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95" r:id="rId2"/>
    <p:sldId id="374" r:id="rId3"/>
    <p:sldId id="375" r:id="rId4"/>
    <p:sldId id="376" r:id="rId5"/>
    <p:sldId id="377" r:id="rId6"/>
    <p:sldId id="373" r:id="rId7"/>
    <p:sldId id="378" r:id="rId8"/>
    <p:sldId id="379" r:id="rId9"/>
    <p:sldId id="380" r:id="rId10"/>
    <p:sldId id="389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390" r:id="rId19"/>
    <p:sldId id="391" r:id="rId20"/>
    <p:sldId id="392" r:id="rId21"/>
    <p:sldId id="393" r:id="rId22"/>
    <p:sldId id="394" r:id="rId23"/>
    <p:sldId id="395" r:id="rId24"/>
    <p:sldId id="396" r:id="rId25"/>
    <p:sldId id="397" r:id="rId26"/>
    <p:sldId id="398" r:id="rId27"/>
    <p:sldId id="399" r:id="rId28"/>
    <p:sldId id="400" r:id="rId29"/>
    <p:sldId id="401" r:id="rId30"/>
    <p:sldId id="402" r:id="rId31"/>
    <p:sldId id="372" r:id="rId3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Q" initials="L" lastIdx="1" clrIdx="0">
    <p:extLst>
      <p:ext uri="{19B8F6BF-5375-455C-9EA6-DF929625EA0E}">
        <p15:presenceInfo xmlns:p15="http://schemas.microsoft.com/office/powerpoint/2012/main" userId="LOQ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89F7"/>
    <a:srgbClr val="0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20" autoAdjust="0"/>
  </p:normalViewPr>
  <p:slideViewPr>
    <p:cSldViewPr>
      <p:cViewPr varScale="1">
        <p:scale>
          <a:sx n="79" d="100"/>
          <a:sy n="79" d="100"/>
        </p:scale>
        <p:origin x="157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F5C1C8-45B6-47AD-A260-D6675145E30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45C92-C1F7-4030-B515-3A52A433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2848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F1233-0ABC-4AAE-AB53-D76AF6A9EC98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DFAE99-2354-43A9-B741-C174AEC3E5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5976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DFAE99-2354-43A9-B741-C174AEC3E58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S. B. Jain Institute of Technology Management and research</a:t>
            </a:r>
          </a:p>
        </p:txBody>
      </p:sp>
    </p:spTree>
    <p:extLst>
      <p:ext uri="{BB962C8B-B14F-4D97-AF65-F5344CB8AC3E}">
        <p14:creationId xmlns:p14="http://schemas.microsoft.com/office/powerpoint/2010/main" val="1849671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FAE99-2354-43A9-B741-C174AEC3E58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56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5C42F-1CBF-4C6A-B882-9D2111338B27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91B3E-447D-4E1C-8947-BD55B1F89A0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ED53B-E317-4FB2-8A8D-871B2784CE10}" type="datetime1">
              <a:rPr lang="en-US" smtClean="0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43EB6-EEF9-4730-B39F-C1E9EC0E2379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D6A69-E8A8-4719-9000-213BF16B839B}" type="datetime1">
              <a:rPr lang="en-US" smtClean="0"/>
              <a:t>10/12/2026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50" y="0"/>
                </a:moveTo>
                <a:lnTo>
                  <a:pt x="0" y="0"/>
                </a:lnTo>
                <a:lnTo>
                  <a:pt x="0" y="309880"/>
                </a:lnTo>
                <a:lnTo>
                  <a:pt x="8832850" y="309880"/>
                </a:lnTo>
                <a:close/>
              </a:path>
            </a:pathLst>
          </a:custGeom>
          <a:solidFill>
            <a:srgbClr val="8B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90" y="6546850"/>
                </a:moveTo>
                <a:lnTo>
                  <a:pt x="0" y="6546850"/>
                </a:lnTo>
                <a:lnTo>
                  <a:pt x="0" y="0"/>
                </a:lnTo>
                <a:lnTo>
                  <a:pt x="8832850" y="0"/>
                </a:lnTo>
                <a:lnTo>
                  <a:pt x="8832850" y="6546850"/>
                </a:lnTo>
                <a:lnTo>
                  <a:pt x="4415790" y="6546850"/>
                </a:lnTo>
                <a:close/>
              </a:path>
            </a:pathLst>
          </a:custGeom>
          <a:ln w="9344">
            <a:solidFill>
              <a:srgbClr val="7A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7471409" cy="381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300D4-36A4-4C00-9038-1A5D5B872909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305800" cy="3398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Experiential Learning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Project Assessment-I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on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3200" dirty="0"/>
              <a:t>Simple Password Generator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course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Language (N-PCCCM304P)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685800" y="3295692"/>
            <a:ext cx="2743200" cy="150490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Siddhi Bamnote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[CM25053]                        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stomShape 3"/>
          <p:cNvSpPr/>
          <p:nvPr/>
        </p:nvSpPr>
        <p:spPr>
          <a:xfrm>
            <a:off x="5305425" y="3277000"/>
            <a:ext cx="3409950" cy="122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</a:t>
            </a: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Suchita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Meshkar</a:t>
            </a:r>
            <a:endParaRPr lang="en-IN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stomShape 5"/>
          <p:cNvSpPr/>
          <p:nvPr/>
        </p:nvSpPr>
        <p:spPr>
          <a:xfrm>
            <a:off x="1447800" y="4648200"/>
            <a:ext cx="6629040" cy="397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Session:2026-27 (ODD )</a:t>
            </a:r>
          </a:p>
          <a:p>
            <a:pPr algn="ctr">
              <a:lnSpc>
                <a:spcPct val="100000"/>
              </a:lnSpc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CSE(AI&amp;ML)</a:t>
            </a:r>
          </a:p>
          <a:p>
            <a:pPr>
              <a:lnSpc>
                <a:spcPct val="100000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stomShape 4"/>
          <p:cNvSpPr/>
          <p:nvPr/>
        </p:nvSpPr>
        <p:spPr>
          <a:xfrm>
            <a:off x="457200" y="5334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3000"/>
              </a:lnSpc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     </a:t>
            </a:r>
            <a:r>
              <a:rPr lang="en-IN" sz="2000" b="1" dirty="0">
                <a:solidFill>
                  <a:srgbClr val="000000"/>
                </a:solidFill>
                <a:latin typeface="Times New Roman" pitchFamily="18" charset="0"/>
                <a:ea typeface="DejaVu Sans"/>
                <a:cs typeface="Times New Roman" pitchFamily="18" charset="0"/>
              </a:rPr>
              <a:t>S. B. JAIN INSTITUTE OF TECHNOLOGY MANAGEMENT AND RESEARCH,NAGPUR</a:t>
            </a:r>
          </a:p>
          <a:p>
            <a:pPr algn="ctr">
              <a:lnSpc>
                <a:spcPct val="93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 Autonomous Institute, Affiliated to RTMNU, Nagpur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PROJECT LAB\Desktop\College 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38575" y="3286617"/>
            <a:ext cx="1466850" cy="1066801"/>
          </a:xfrm>
          <a:prstGeom prst="rect">
            <a:avLst/>
          </a:prstGeom>
          <a:noFill/>
        </p:spPr>
      </p:pic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>
          <a:xfrm>
            <a:off x="3352800" y="6477000"/>
            <a:ext cx="5637530" cy="215444"/>
          </a:xfrm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1400" b="1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B4BAB-5BA1-CFF1-888A-00EB381D3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056E2-805C-50A3-7FD5-A1AA3FAD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35" y="533400"/>
            <a:ext cx="7802880" cy="738664"/>
          </a:xfrm>
        </p:spPr>
        <p:txBody>
          <a:bodyPr/>
          <a:lstStyle/>
          <a:p>
            <a:r>
              <a:rPr lang="en-US" b="1" u="sng" dirty="0"/>
              <a:t>Problem 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3B38D-C3A3-1E45-97CA-375FB3F36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505" y="1371600"/>
            <a:ext cx="7471409" cy="2492990"/>
          </a:xfrm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People often use weak passwords like their names or 123456.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Weak passwords are very easy for hackers to guess.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hard for users to create strong, random passwords by themselves.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need a simple Python program to make safe passwords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99BE6D-C41B-A4B2-9041-18E0C65235F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129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575C-6BD6-7BCE-8917-E5B0FB0B7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3AC6C-F3DD-688F-7001-D7DDAFADC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35" y="685800"/>
            <a:ext cx="7802880" cy="369332"/>
          </a:xfrm>
        </p:spPr>
        <p:txBody>
          <a:bodyPr/>
          <a:lstStyle/>
          <a:p>
            <a:r>
              <a:rPr lang="en-US" dirty="0"/>
              <a:t>  </a:t>
            </a:r>
            <a:r>
              <a:rPr lang="en-US" b="1" u="sng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32033-8BC6-6E98-4874-C47546909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535" y="1752600"/>
            <a:ext cx="7471409" cy="30469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build a simple tool that creates strong and random passwords.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let the user choose how long the password should be.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let the user pick capital letters, small letters, numbers, and symbols.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make sure at least one character from each choice is included.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show if the generated password is Weak, Medium, or Strong.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19456-9B61-EBDA-E596-862E207E7AA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05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5FFF-D19A-3FF8-5DD9-48672D16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021E-3D25-1996-821D-911CE214B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63" y="573661"/>
            <a:ext cx="7802880" cy="369332"/>
          </a:xfrm>
        </p:spPr>
        <p:txBody>
          <a:bodyPr/>
          <a:lstStyle/>
          <a:p>
            <a:r>
              <a:rPr lang="en-US" u="sng" dirty="0"/>
              <a:t>  </a:t>
            </a:r>
            <a:r>
              <a:rPr lang="en-US" b="1" u="sng" dirty="0"/>
              <a:t>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F9636-CD36-82B3-BCB4-75F5DA074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1363" y="1113693"/>
            <a:ext cx="7471409" cy="4708981"/>
          </a:xfrm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the program.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 the user for the password length.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 the user to choose uppercase, lowercase, numbers, and symbols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Mix all chosen character types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Pick random characters until the full length is ready.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Shuffle the characters so the order is random.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 the password and its strength rating.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Stop the program.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41C27-3575-FD8A-8FE0-64AC69EA395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377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0010-0200-2C17-F61E-32E0CEA2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AC2AF-BA95-D7FC-9C10-A858C41C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69332"/>
          </a:xfrm>
        </p:spPr>
        <p:txBody>
          <a:bodyPr/>
          <a:lstStyle/>
          <a:p>
            <a:r>
              <a:rPr lang="en-US" dirty="0"/>
              <a:t>   </a:t>
            </a:r>
            <a:r>
              <a:rPr lang="en-US" b="1" u="sng" dirty="0"/>
              <a:t>Flowchart/pseudocode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F2496E-C4FA-A60F-F95F-C7CC08A0BBF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E9A56-5D1F-5884-C7BD-D1EE8C580B06}"/>
              </a:ext>
            </a:extLst>
          </p:cNvPr>
          <p:cNvSpPr/>
          <p:nvPr/>
        </p:nvSpPr>
        <p:spPr>
          <a:xfrm>
            <a:off x="1075689" y="841443"/>
            <a:ext cx="6772910" cy="2966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E140CD75-4D57-1A01-DF63-489C6A85EDC1}"/>
              </a:ext>
            </a:extLst>
          </p:cNvPr>
          <p:cNvSpPr/>
          <p:nvPr/>
        </p:nvSpPr>
        <p:spPr>
          <a:xfrm>
            <a:off x="3886200" y="1058889"/>
            <a:ext cx="1100456" cy="321126"/>
          </a:xfrm>
          <a:prstGeom prst="flowChartAlternateProcess">
            <a:avLst/>
          </a:prstGeom>
          <a:solidFill>
            <a:schemeClr val="accent3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C70E75-6AFF-D8D1-3FE0-63521A5E9DAF}"/>
              </a:ext>
            </a:extLst>
          </p:cNvPr>
          <p:cNvSpPr/>
          <p:nvPr/>
        </p:nvSpPr>
        <p:spPr>
          <a:xfrm>
            <a:off x="2887284" y="1607189"/>
            <a:ext cx="30861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1. User Enters Password Length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656C3E-A724-ECCC-6DD7-65F1D50ED06F}"/>
              </a:ext>
            </a:extLst>
          </p:cNvPr>
          <p:cNvSpPr/>
          <p:nvPr/>
        </p:nvSpPr>
        <p:spPr>
          <a:xfrm>
            <a:off x="2408016" y="2231802"/>
            <a:ext cx="4056824" cy="5152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2. User Selects Letter/Number/Symbol Types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CBC0F1-367B-D8FF-BF33-2D41419F7CCD}"/>
              </a:ext>
            </a:extLst>
          </p:cNvPr>
          <p:cNvSpPr/>
          <p:nvPr/>
        </p:nvSpPr>
        <p:spPr>
          <a:xfrm>
            <a:off x="2665161" y="3001746"/>
            <a:ext cx="3524251" cy="2897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3. Mix Chosen Character Groups Together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ABD62F-A7BE-8D69-36CD-E77069A2CA19}"/>
              </a:ext>
            </a:extLst>
          </p:cNvPr>
          <p:cNvSpPr/>
          <p:nvPr/>
        </p:nvSpPr>
        <p:spPr>
          <a:xfrm>
            <a:off x="2408016" y="3586268"/>
            <a:ext cx="4056824" cy="4360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4. Pick Characters Randomly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87DC4D-E21E-A468-F297-BB303977B65B}"/>
              </a:ext>
            </a:extLst>
          </p:cNvPr>
          <p:cNvSpPr/>
          <p:nvPr/>
        </p:nvSpPr>
        <p:spPr>
          <a:xfrm>
            <a:off x="2893378" y="4288712"/>
            <a:ext cx="3086100" cy="3594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5. Shuffle Everything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BAB616-5FA7-3B23-9D78-48D941A74865}"/>
              </a:ext>
            </a:extLst>
          </p:cNvPr>
          <p:cNvSpPr/>
          <p:nvPr/>
        </p:nvSpPr>
        <p:spPr>
          <a:xfrm>
            <a:off x="3923099" y="5517823"/>
            <a:ext cx="1066800" cy="304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4D5137-32AF-5D62-ACED-35DD8DC9C3A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4430334" y="1380015"/>
            <a:ext cx="6094" cy="2271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0B5276-DF7B-6E81-BB0B-8D848EDE11D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424240" y="1988189"/>
            <a:ext cx="6094" cy="204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E44D82E-F361-8EA9-39F1-B3A52EF3EC09}"/>
              </a:ext>
            </a:extLst>
          </p:cNvPr>
          <p:cNvCxnSpPr>
            <a:cxnSpLocks/>
          </p:cNvCxnSpPr>
          <p:nvPr/>
        </p:nvCxnSpPr>
        <p:spPr>
          <a:xfrm>
            <a:off x="4417979" y="3319903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03CF781-7734-FE0A-1B2F-85B237808ABD}"/>
              </a:ext>
            </a:extLst>
          </p:cNvPr>
          <p:cNvCxnSpPr>
            <a:cxnSpLocks/>
          </p:cNvCxnSpPr>
          <p:nvPr/>
        </p:nvCxnSpPr>
        <p:spPr>
          <a:xfrm>
            <a:off x="4447162" y="4022347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D9E7498-9C4F-8AB0-6921-FDC2F36BE8FC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430334" y="4648200"/>
            <a:ext cx="6094" cy="279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8FB7FAD-DB57-A092-1881-06B668EABD50}"/>
              </a:ext>
            </a:extLst>
          </p:cNvPr>
          <p:cNvCxnSpPr>
            <a:cxnSpLocks/>
          </p:cNvCxnSpPr>
          <p:nvPr/>
        </p:nvCxnSpPr>
        <p:spPr>
          <a:xfrm>
            <a:off x="4410074" y="2747072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A5B526B3-C00D-92F2-32D2-5A7FAFF79F44}"/>
              </a:ext>
            </a:extLst>
          </p:cNvPr>
          <p:cNvSpPr/>
          <p:nvPr/>
        </p:nvSpPr>
        <p:spPr>
          <a:xfrm>
            <a:off x="3147179" y="4924506"/>
            <a:ext cx="2665374" cy="3047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6. Show Password and Strength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92DB1E0-FF97-35E7-458E-BAF36A4BC8F1}"/>
              </a:ext>
            </a:extLst>
          </p:cNvPr>
          <p:cNvCxnSpPr>
            <a:cxnSpLocks/>
            <a:stCxn id="38" idx="2"/>
            <a:endCxn id="14" idx="0"/>
          </p:cNvCxnSpPr>
          <p:nvPr/>
        </p:nvCxnSpPr>
        <p:spPr>
          <a:xfrm flipH="1">
            <a:off x="4456499" y="5229305"/>
            <a:ext cx="23367" cy="2885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99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029" y="457200"/>
            <a:ext cx="7802880" cy="369332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u="sng" dirty="0"/>
              <a:t>Understanding of Python logic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D5F1B1-F025-4189-06F7-4FE51FDE6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371600"/>
            <a:ext cx="6892319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07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C2E5A-693D-7A9F-305F-37709C745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877A-8023-E924-763E-C23E1809E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29" y="476205"/>
            <a:ext cx="7802880" cy="369332"/>
          </a:xfrm>
        </p:spPr>
        <p:txBody>
          <a:bodyPr/>
          <a:lstStyle/>
          <a:p>
            <a:r>
              <a:rPr lang="en-US" b="1" u="sng" dirty="0"/>
              <a:t>How it works &amp; benefits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7E5FD-D627-BAEA-C3CA-9934E9B1D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59" y="1219200"/>
            <a:ext cx="7471409" cy="443198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Simple Flow:</a:t>
            </a:r>
          </a:p>
          <a:p>
            <a:endParaRPr lang="en-US" dirty="0"/>
          </a:p>
          <a:p>
            <a:r>
              <a:rPr lang="en-US" dirty="0"/>
              <a:t>User Options  </a:t>
            </a:r>
            <a:r>
              <a:rPr lang="en-US" sz="1400" dirty="0">
                <a:sym typeface="Wingdings" panose="05000000000000000000" pitchFamily="2" charset="2"/>
              </a:rPr>
              <a:t> </a:t>
            </a:r>
            <a:r>
              <a:rPr lang="en-US" dirty="0"/>
              <a:t>Combine Letters &amp; Numbers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 Pick Randomly  </a:t>
            </a:r>
            <a:r>
              <a:rPr lang="en-US" dirty="0">
                <a:sym typeface="Wingdings" panose="05000000000000000000" pitchFamily="2" charset="2"/>
              </a:rPr>
              <a:t>  </a:t>
            </a:r>
            <a:r>
              <a:rPr lang="en-US" dirty="0"/>
              <a:t>Safe Password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How it Works: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User Choice:</a:t>
            </a:r>
            <a:r>
              <a:rPr lang="en-US" dirty="0"/>
              <a:t> User picks length and what characters to add.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Random Pick:</a:t>
            </a:r>
            <a:r>
              <a:rPr lang="en-US" dirty="0"/>
              <a:t> Uses Python's secure secrets tool to pick random items.</a:t>
            </a:r>
            <a:r>
              <a:rPr lang="en-US" b="1" dirty="0"/>
              <a:t>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Strength Check:</a:t>
            </a:r>
            <a:r>
              <a:rPr lang="en-US" dirty="0"/>
              <a:t> Checks if password is long and has mixed characters.</a:t>
            </a:r>
          </a:p>
          <a:p>
            <a:pPr lvl="1"/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Benefits: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Makes passwords impossible to guess.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Keeps online accounts safe from hackers.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6C8675-034C-1AF4-B302-5183FBE67A1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07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ABF0-7022-B6D0-A4F3-677A7790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DC769-38B8-B22F-2B5F-728031AC4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GitHub Details &amp; My 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7B765-7FB0-10A6-8DD7-942B3A817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535" y="1480185"/>
            <a:ext cx="7471409" cy="2492990"/>
          </a:xfrm>
        </p:spPr>
        <p:txBody>
          <a:bodyPr/>
          <a:lstStyle/>
          <a:p>
            <a:r>
              <a:rPr lang="en-US" b="1" dirty="0"/>
              <a:t>Repository Name : </a:t>
            </a:r>
            <a:r>
              <a:rPr lang="en-US" dirty="0"/>
              <a:t>Python-simple-password-generator </a:t>
            </a:r>
          </a:p>
          <a:p>
            <a:endParaRPr lang="en-US" dirty="0"/>
          </a:p>
          <a:p>
            <a:r>
              <a:rPr lang="en-US" b="1" dirty="0"/>
              <a:t>My Contribution: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Understood the security needs and designed the simple algorithm.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Wrote the Python code using secrets and string.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Added safety checks and password strength test.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the GitHub repo and made this presentation.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fontAlgn="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9F88D-625D-0D5D-26EF-200280B3042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036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16B0F-53FA-62AD-C2EC-E712AEBEF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0AAB-CC70-FBFA-4C02-C86E401E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57200"/>
            <a:ext cx="7802880" cy="369332"/>
          </a:xfrm>
        </p:spPr>
        <p:txBody>
          <a:bodyPr/>
          <a:lstStyle/>
          <a:p>
            <a:r>
              <a:rPr lang="en-US" b="1" u="sng" dirty="0"/>
              <a:t>Result / Expected Output</a:t>
            </a:r>
            <a:endParaRPr lang="en-US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E4F9B-E5B0-17DE-01BF-057FCC5429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893462-F7C4-C9A3-F788-091F5FB63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4" y="1371600"/>
            <a:ext cx="6203224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931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A7C77-398A-8F06-1AA4-23DD775D4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>
            <a:extLst>
              <a:ext uri="{FF2B5EF4-FFF2-40B4-BE49-F238E27FC236}">
                <a16:creationId xmlns:a16="http://schemas.microsoft.com/office/drawing/2014/main" id="{365BF5D2-D588-281F-B917-8E5B0DD91361}"/>
              </a:ext>
            </a:extLst>
          </p:cNvPr>
          <p:cNvSpPr/>
          <p:nvPr/>
        </p:nvSpPr>
        <p:spPr>
          <a:xfrm>
            <a:off x="703384" y="2895480"/>
            <a:ext cx="7626462" cy="1316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800" dirty="0">
                <a:solidFill>
                  <a:srgbClr val="0000FF"/>
                </a:solidFill>
                <a:latin typeface="Arial"/>
              </a:rPr>
              <a:t>                       </a:t>
            </a:r>
            <a:r>
              <a:rPr lang="en-IN" sz="4800" b="1" dirty="0">
                <a:solidFill>
                  <a:srgbClr val="0000FF"/>
                </a:solidFill>
                <a:latin typeface="Arial"/>
              </a:rPr>
              <a:t>Phase 2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4800" dirty="0">
                <a:solidFill>
                  <a:srgbClr val="0000FF"/>
                </a:solidFill>
                <a:latin typeface="Arial"/>
              </a:rPr>
              <a:t> </a:t>
            </a:r>
            <a:endParaRPr dirty="0"/>
          </a:p>
        </p:txBody>
      </p:sp>
      <p:sp>
        <p:nvSpPr>
          <p:cNvPr id="3" name="TextShape 3">
            <a:extLst>
              <a:ext uri="{FF2B5EF4-FFF2-40B4-BE49-F238E27FC236}">
                <a16:creationId xmlns:a16="http://schemas.microsoft.com/office/drawing/2014/main" id="{EB1BB899-1213-C158-E09A-DBD3FF3082B1}"/>
              </a:ext>
            </a:extLst>
          </p:cNvPr>
          <p:cNvSpPr txBox="1"/>
          <p:nvPr/>
        </p:nvSpPr>
        <p:spPr>
          <a:xfrm>
            <a:off x="410400" y="6172200"/>
            <a:ext cx="6681877" cy="6854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dirty="0">
                <a:solidFill>
                  <a:srgbClr val="8B8B8B"/>
                </a:solidFill>
                <a:latin typeface="Cambria"/>
              </a:rPr>
              <a:t>S. B. Jain Institute of Technology Management and research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806509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C56C-FBEA-FF0B-6CE9-9D374E20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69332"/>
          </a:xfrm>
        </p:spPr>
        <p:txBody>
          <a:bodyPr/>
          <a:lstStyle/>
          <a:p>
            <a:r>
              <a:rPr lang="en-US" dirty="0"/>
              <a:t>Phase 2 :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34137-D9F2-5033-2BEC-F7F560379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838200"/>
            <a:ext cx="7562850" cy="4800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9B856-95A1-735D-BE0C-53D46BDB228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579C4D-A880-5C56-DDDB-0CC874017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59" y="838200"/>
            <a:ext cx="7562851" cy="541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219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717AA-947A-0842-01B9-AE46C9D58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AC7FD5-2F70-C54D-76B7-A160BAA9B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838200"/>
            <a:ext cx="7562850" cy="4800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D2B7B1-71E7-0799-F9BC-17FE23428D5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4DB46C-7409-C676-560C-A194E7DE0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64" y="763063"/>
            <a:ext cx="7635241" cy="533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40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A4178-DCA6-433D-7A12-547359F93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C1236-1799-2555-F7B2-7FA91D842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838200"/>
            <a:ext cx="7562850" cy="4800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745761-CC30-6578-AD35-AE3EC445091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9A1ECF-CD76-CFD1-6F64-B42A4CA2D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" y="592449"/>
            <a:ext cx="7562850" cy="545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3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95899-4DE6-91CB-4C62-0438A0307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9C6B9-2DAC-3DF5-2A53-51CE15B8C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838200"/>
            <a:ext cx="7562850" cy="4800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86595-2605-AC32-7391-59E048746D5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67AF5E-A326-631F-D097-FE1D0A883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09" y="838200"/>
            <a:ext cx="756285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15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72BC1-E507-2C19-2135-04185B4BF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67D95-4D63-A1A3-CEE2-46799F02B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838200"/>
            <a:ext cx="7562850" cy="4800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14C955-70DC-FEF8-6787-D8396B553B7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1FF1E-6A59-F5B8-3FCB-F8D9FE59D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96" y="838200"/>
            <a:ext cx="7640104" cy="484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841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DF7BA-8686-4A54-8442-A1BC16F6A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03A58-CF3B-DC70-04A1-0A39BE86A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Phase 2 – Improvements Made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61FC7-87FA-F8FD-CCFB-EAC729E3E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3" y="1262420"/>
            <a:ext cx="7471409" cy="4985980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password length checking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options for </a:t>
            </a:r>
            <a:r>
              <a:rPr lang="en-US" b="1" dirty="0"/>
              <a:t>Capital letters, Numbers and Special characters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Made sure </a:t>
            </a:r>
            <a:r>
              <a:rPr lang="en-US" b="1" dirty="0"/>
              <a:t>at least one character</a:t>
            </a:r>
            <a:r>
              <a:rPr lang="en-US" dirty="0"/>
              <a:t> from each selected option is included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random password generation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password shuffling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password strength checking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Shows password as </a:t>
            </a:r>
            <a:r>
              <a:rPr lang="en-US" b="1" dirty="0"/>
              <a:t>Weak, Moderate or Strong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Improved the </a:t>
            </a:r>
            <a:r>
              <a:rPr lang="en-US" b="1" dirty="0"/>
              <a:t>output screen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Tested the program with </a:t>
            </a:r>
            <a:r>
              <a:rPr lang="en-US" b="1" dirty="0"/>
              <a:t>different inputs</a:t>
            </a:r>
            <a:r>
              <a:rPr lang="en-US" dirty="0"/>
              <a:t> </a:t>
            </a:r>
          </a:p>
          <a:p>
            <a:pPr fontAlgn="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7E178-BF63-36F4-E6CA-A7DBC647C65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783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D77FD-7091-5F4A-F03F-BA8CB458A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F68AF-2BBD-20B7-8C6E-664955117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Technologies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CF2DC-DC91-4AA6-F4DE-01E633C60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3" y="1262420"/>
            <a:ext cx="7471409" cy="3877985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Python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Random module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String module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Functions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If-Else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Loops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User Input</a:t>
            </a:r>
            <a:r>
              <a:rPr lang="en-US" dirty="0"/>
              <a:t> </a:t>
            </a:r>
          </a:p>
          <a:p>
            <a:pPr fontAlgn="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C7FF61-2099-68B2-D610-C7E1876A149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927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693C1-938A-162B-E026-0E10D22D7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7280E-B305-4A92-AF28-1526A316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69332"/>
          </a:xfrm>
        </p:spPr>
        <p:txBody>
          <a:bodyPr/>
          <a:lstStyle/>
          <a:p>
            <a:r>
              <a:rPr lang="en-US" dirty="0"/>
              <a:t>   </a:t>
            </a:r>
            <a:r>
              <a:rPr lang="en-US" b="1" u="sng" dirty="0"/>
              <a:t>Flowchart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574E-B512-7D40-9D5F-CF983A04402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9088D8-5DAD-353B-FDF4-7172A3359B91}"/>
              </a:ext>
            </a:extLst>
          </p:cNvPr>
          <p:cNvSpPr/>
          <p:nvPr/>
        </p:nvSpPr>
        <p:spPr>
          <a:xfrm>
            <a:off x="1075689" y="841443"/>
            <a:ext cx="6772910" cy="2966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C6B6C918-A4BE-F652-BF1D-A31803A84203}"/>
              </a:ext>
            </a:extLst>
          </p:cNvPr>
          <p:cNvSpPr/>
          <p:nvPr/>
        </p:nvSpPr>
        <p:spPr>
          <a:xfrm>
            <a:off x="3886200" y="1058889"/>
            <a:ext cx="1100456" cy="321126"/>
          </a:xfrm>
          <a:prstGeom prst="flowChartAlternateProcess">
            <a:avLst/>
          </a:prstGeom>
          <a:solidFill>
            <a:schemeClr val="accent3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861ED9-13CF-5A0A-8669-BEABA4D16380}"/>
              </a:ext>
            </a:extLst>
          </p:cNvPr>
          <p:cNvSpPr/>
          <p:nvPr/>
        </p:nvSpPr>
        <p:spPr>
          <a:xfrm>
            <a:off x="2904112" y="1683669"/>
            <a:ext cx="30861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                        </a:t>
            </a:r>
            <a:r>
              <a:rPr lang="en-US" sz="1400" dirty="0">
                <a:solidFill>
                  <a:schemeClr val="tx1"/>
                </a:solidFill>
              </a:rPr>
              <a:t>Enter Length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C62604-C7CC-01D3-2D02-C7403974F082}"/>
              </a:ext>
            </a:extLst>
          </p:cNvPr>
          <p:cNvSpPr/>
          <p:nvPr/>
        </p:nvSpPr>
        <p:spPr>
          <a:xfrm>
            <a:off x="3581401" y="2306379"/>
            <a:ext cx="1600200" cy="4299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  </a:t>
            </a:r>
            <a:r>
              <a:rPr lang="en-US" sz="1400" dirty="0">
                <a:solidFill>
                  <a:schemeClr val="tx1"/>
                </a:solidFill>
              </a:rPr>
              <a:t>Select Types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0C91CA-014A-0F2A-EF0C-4EF62D582567}"/>
              </a:ext>
            </a:extLst>
          </p:cNvPr>
          <p:cNvSpPr/>
          <p:nvPr/>
        </p:nvSpPr>
        <p:spPr>
          <a:xfrm>
            <a:off x="2647948" y="2992867"/>
            <a:ext cx="3524251" cy="2897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                       </a:t>
            </a:r>
            <a:r>
              <a:rPr lang="en-US" sz="1400" dirty="0">
                <a:solidFill>
                  <a:schemeClr val="tx1"/>
                </a:solidFill>
              </a:rPr>
              <a:t>Generate Password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D12BF1-4818-7E8D-0CCC-14C250E9569C}"/>
              </a:ext>
            </a:extLst>
          </p:cNvPr>
          <p:cNvSpPr/>
          <p:nvPr/>
        </p:nvSpPr>
        <p:spPr>
          <a:xfrm>
            <a:off x="3733800" y="3586268"/>
            <a:ext cx="1252855" cy="4360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Shuffle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ABD102-80E1-4084-7634-0AD8420ECCFE}"/>
              </a:ext>
            </a:extLst>
          </p:cNvPr>
          <p:cNvSpPr/>
          <p:nvPr/>
        </p:nvSpPr>
        <p:spPr>
          <a:xfrm>
            <a:off x="2893378" y="4288712"/>
            <a:ext cx="3086100" cy="3594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                     </a:t>
            </a:r>
            <a:r>
              <a:rPr lang="en-US" sz="1400" dirty="0">
                <a:solidFill>
                  <a:schemeClr val="tx1"/>
                </a:solidFill>
              </a:rPr>
              <a:t>Check Strength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BF420DA-39F7-2A50-78B3-09376EC008DD}"/>
              </a:ext>
            </a:extLst>
          </p:cNvPr>
          <p:cNvSpPr/>
          <p:nvPr/>
        </p:nvSpPr>
        <p:spPr>
          <a:xfrm>
            <a:off x="3923099" y="5517823"/>
            <a:ext cx="1066800" cy="304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66F062-429A-9B6B-D359-E468F78192B0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436428" y="1380015"/>
            <a:ext cx="10734" cy="3036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1D7496-31E4-E9C1-7981-90096773D07B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441068" y="2064669"/>
            <a:ext cx="6094" cy="204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63E98DF-1DC6-BB0F-023D-F178D2C8E7E4}"/>
              </a:ext>
            </a:extLst>
          </p:cNvPr>
          <p:cNvCxnSpPr>
            <a:cxnSpLocks/>
          </p:cNvCxnSpPr>
          <p:nvPr/>
        </p:nvCxnSpPr>
        <p:spPr>
          <a:xfrm>
            <a:off x="4417979" y="3319903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D9A4F56-08EC-6B7F-E974-FEE75EE39590}"/>
              </a:ext>
            </a:extLst>
          </p:cNvPr>
          <p:cNvCxnSpPr>
            <a:cxnSpLocks/>
          </p:cNvCxnSpPr>
          <p:nvPr/>
        </p:nvCxnSpPr>
        <p:spPr>
          <a:xfrm>
            <a:off x="4447162" y="4022347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218BC23-18E2-FF30-53A3-039A0820D7B6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430334" y="4648200"/>
            <a:ext cx="6094" cy="279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71ED531-1F36-E4EC-9713-EB4ED07ECFFA}"/>
              </a:ext>
            </a:extLst>
          </p:cNvPr>
          <p:cNvCxnSpPr>
            <a:cxnSpLocks/>
          </p:cNvCxnSpPr>
          <p:nvPr/>
        </p:nvCxnSpPr>
        <p:spPr>
          <a:xfrm>
            <a:off x="4410074" y="2747072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A21CCED0-88D9-2628-9676-A5F72861E7CC}"/>
              </a:ext>
            </a:extLst>
          </p:cNvPr>
          <p:cNvSpPr/>
          <p:nvPr/>
        </p:nvSpPr>
        <p:spPr>
          <a:xfrm>
            <a:off x="3123812" y="4914566"/>
            <a:ext cx="2661294" cy="2792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                 Show Result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9A0C965-9A45-8651-1A8B-EEF1EE4129A8}"/>
              </a:ext>
            </a:extLst>
          </p:cNvPr>
          <p:cNvCxnSpPr>
            <a:cxnSpLocks/>
            <a:stCxn id="38" idx="2"/>
            <a:endCxn id="14" idx="0"/>
          </p:cNvCxnSpPr>
          <p:nvPr/>
        </p:nvCxnSpPr>
        <p:spPr>
          <a:xfrm>
            <a:off x="4454459" y="5193820"/>
            <a:ext cx="2040" cy="324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427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DA11-42B4-8589-AD64-1D6A4D1CC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282F-5BC0-10D8-AEAD-63D46F0C5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76C52-F31C-52CB-3CDA-46CEADA3A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3" y="1262420"/>
            <a:ext cx="7471409" cy="2492990"/>
          </a:xfrm>
        </p:spPr>
        <p:txBody>
          <a:bodyPr/>
          <a:lstStyle/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Simple Password Generator</a:t>
            </a:r>
            <a:r>
              <a:rPr lang="en-US" dirty="0"/>
              <a:t> is a simple and useful Python project.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It helps users create </a:t>
            </a:r>
            <a:r>
              <a:rPr lang="en-US" b="1" dirty="0"/>
              <a:t>random and strong passwords</a:t>
            </a:r>
            <a:r>
              <a:rPr lang="en-US" dirty="0"/>
              <a:t> easily.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The user can choose </a:t>
            </a:r>
            <a:r>
              <a:rPr lang="en-US" b="1" dirty="0"/>
              <a:t>password length and character types</a:t>
            </a:r>
            <a:r>
              <a:rPr lang="en-US" dirty="0"/>
              <a:t>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This project helped us learn </a:t>
            </a:r>
            <a:r>
              <a:rPr lang="en-US" b="1" dirty="0"/>
              <a:t>Python, random generation, conditions, and loops</a:t>
            </a:r>
            <a:r>
              <a:rPr lang="en-US" dirty="0"/>
              <a:t>.</a:t>
            </a:r>
          </a:p>
          <a:p>
            <a:pPr fontAlgn="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566DEF-EDC1-944B-03BA-C0410904748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955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5E1DB-F030-1F34-71D4-59365ED5E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>
            <a:extLst>
              <a:ext uri="{FF2B5EF4-FFF2-40B4-BE49-F238E27FC236}">
                <a16:creationId xmlns:a16="http://schemas.microsoft.com/office/drawing/2014/main" id="{A48F81DD-2C1D-E9FD-8EC4-71B374E632DE}"/>
              </a:ext>
            </a:extLst>
          </p:cNvPr>
          <p:cNvSpPr/>
          <p:nvPr/>
        </p:nvSpPr>
        <p:spPr>
          <a:xfrm>
            <a:off x="703384" y="2895480"/>
            <a:ext cx="7626462" cy="1316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800" dirty="0">
                <a:solidFill>
                  <a:srgbClr val="0000FF"/>
                </a:solidFill>
                <a:latin typeface="Arial"/>
              </a:rPr>
              <a:t>                       </a:t>
            </a:r>
            <a:r>
              <a:rPr lang="en-IN" sz="4800" b="1" dirty="0">
                <a:solidFill>
                  <a:srgbClr val="0000FF"/>
                </a:solidFill>
                <a:latin typeface="Arial"/>
              </a:rPr>
              <a:t>Phase 3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4800" dirty="0">
                <a:solidFill>
                  <a:srgbClr val="0000FF"/>
                </a:solidFill>
                <a:latin typeface="Arial"/>
              </a:rPr>
              <a:t> </a:t>
            </a:r>
            <a:endParaRPr dirty="0"/>
          </a:p>
        </p:txBody>
      </p:sp>
      <p:sp>
        <p:nvSpPr>
          <p:cNvPr id="3" name="TextShape 3">
            <a:extLst>
              <a:ext uri="{FF2B5EF4-FFF2-40B4-BE49-F238E27FC236}">
                <a16:creationId xmlns:a16="http://schemas.microsoft.com/office/drawing/2014/main" id="{DAFC478D-B15B-D409-08B1-7202DB587801}"/>
              </a:ext>
            </a:extLst>
          </p:cNvPr>
          <p:cNvSpPr txBox="1"/>
          <p:nvPr/>
        </p:nvSpPr>
        <p:spPr>
          <a:xfrm>
            <a:off x="410400" y="6172200"/>
            <a:ext cx="6681877" cy="6854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dirty="0">
                <a:solidFill>
                  <a:srgbClr val="8B8B8B"/>
                </a:solidFill>
                <a:latin typeface="Cambria"/>
              </a:rPr>
              <a:t>S. B. Jain Institute of Technology Management and research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34153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5726D-8996-61DA-FD5C-4750FDAE0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A69BC-9EA6-3CC2-D6FD-718866AD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Code 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A0097-C0C4-718F-03F5-AD6FB4B7E58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F7943A8-FF5C-05BD-E58F-7460117FA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14" y="1141980"/>
            <a:ext cx="7024052" cy="510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121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DE6AD-27E9-1457-CCEC-3641E129A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A00880-B657-83FA-2FD0-C2C6B0C4A4B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EBBDCA-839D-FCB9-58BE-1F95EA8E0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38200"/>
            <a:ext cx="6934200" cy="493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516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62A8A-5715-3CBB-AD6D-690EB2C8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03753-DED2-11D8-0F4C-E3A53D39631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A694DD-0773-904B-74DF-677F845C8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001819"/>
            <a:ext cx="6614416" cy="48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12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9E3E6-432A-5151-5ED0-147D1B508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1746A2-FD04-FA6B-84B6-EFCCEBA1B18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78F5D6-7FC9-D7AC-F049-E803DC7F7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933233"/>
            <a:ext cx="7848600" cy="499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98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81037-4E9E-14AB-7B4D-392029057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0D0E40-3A05-6981-BC7F-25B6FA56B59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9725D0-B877-DC15-50FC-9D790F287B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933233"/>
            <a:ext cx="7696199" cy="499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95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715A8-D9F6-D684-F451-4F864F7B3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486AAE-917D-B49C-1D85-1620C1A3BB2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C08F5-6967-578F-87C4-F70586456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849406"/>
            <a:ext cx="7772399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7832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05011-8878-158E-A1B4-33E499FF0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EBD5CC-FD5B-AD02-D819-57E0B8052C8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7AC5A8-AC5B-BA8B-895D-695177B32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078026"/>
            <a:ext cx="7646989" cy="470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949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2E966-67F1-A8E5-911D-D1FC51336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ACEE-7DA4-51E4-5B88-1303B1E6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OUTPUT 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A77D1D-DC35-E6E3-7405-3B932728C59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3F0C22-C27E-17D4-47D6-3AAA4C083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3" y="1066800"/>
            <a:ext cx="8334378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1902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76250-1FA0-AE17-5922-FE48FD25B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3EAFD-B3B3-56D3-5CF9-9328BC915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Phase 3 – Improvements Made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0565D-B7D0-0DED-A412-40A381EFD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371600"/>
            <a:ext cx="7091679" cy="4570482"/>
          </a:xfrm>
        </p:spPr>
        <p:txBody>
          <a:bodyPr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Improved password generation using Python.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a user-friendly graphical interface using </a:t>
            </a:r>
            <a:r>
              <a:rPr lang="en-US" dirty="0" err="1"/>
              <a:t>Tkinter</a:t>
            </a:r>
            <a:r>
              <a:rPr lang="en-US" dirty="0"/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options to show or hide the generated password.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a copy-password button.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an option to generate multiple passwords.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Improved input validation for password length.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Improved password strength checking.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error messages for invalid inputs.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Improved the overall design and output display.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Tested the program with different inputs.</a:t>
            </a:r>
          </a:p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0C4149-E478-3F6B-1659-A87ACAF5AB9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9161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482A4-D718-1DED-6137-E14E1EC58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C096-4AA4-EA37-779B-1222DFC32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Technologies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1DDB3-D802-4468-AA85-0CB5D9A4A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3" y="1262420"/>
            <a:ext cx="7471409" cy="2908489"/>
          </a:xfrm>
        </p:spPr>
        <p:txBody>
          <a:bodyPr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Python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Tkinter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Secrets module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String module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Functions and conditional statements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Loops and input validation</a:t>
            </a:r>
          </a:p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A5663-E320-04F9-F86B-958E51064FC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587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703384" y="2895480"/>
            <a:ext cx="7626462" cy="1316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800" dirty="0">
                <a:solidFill>
                  <a:srgbClr val="0000FF"/>
                </a:solidFill>
                <a:latin typeface="Arial"/>
              </a:rPr>
              <a:t>                       </a:t>
            </a:r>
            <a:r>
              <a:rPr lang="en-IN" sz="4800" b="1" dirty="0">
                <a:solidFill>
                  <a:srgbClr val="0000FF"/>
                </a:solidFill>
                <a:latin typeface="Arial"/>
              </a:rPr>
              <a:t>Thank You</a:t>
            </a:r>
            <a:endParaRPr/>
          </a:p>
          <a:p>
            <a:pPr>
              <a:lnSpc>
                <a:spcPct val="100000"/>
              </a:lnSpc>
            </a:pPr>
            <a:r>
              <a:rPr lang="en-IN" sz="4800" dirty="0">
                <a:solidFill>
                  <a:srgbClr val="0000FF"/>
                </a:solidFill>
                <a:latin typeface="Arial"/>
              </a:rPr>
              <a:t> </a:t>
            </a:r>
            <a:endParaRPr/>
          </a:p>
        </p:txBody>
      </p:sp>
      <p:sp>
        <p:nvSpPr>
          <p:cNvPr id="3" name="TextShape 3"/>
          <p:cNvSpPr txBox="1"/>
          <p:nvPr/>
        </p:nvSpPr>
        <p:spPr>
          <a:xfrm>
            <a:off x="410400" y="6172200"/>
            <a:ext cx="6681877" cy="6854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dirty="0">
                <a:solidFill>
                  <a:srgbClr val="8B8B8B"/>
                </a:solidFill>
                <a:latin typeface="Cambria"/>
              </a:rPr>
              <a:t>S. B. Jain Institute of Technology Management and research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1451</TotalTime>
  <Words>1051</Words>
  <Application>Microsoft Office PowerPoint</Application>
  <PresentationFormat>On-screen Show (4:3)</PresentationFormat>
  <Paragraphs>192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Cambria</vt:lpstr>
      <vt:lpstr>Times New Roman</vt:lpstr>
      <vt:lpstr>Wingdings</vt:lpstr>
      <vt:lpstr>Office Theme</vt:lpstr>
      <vt:lpstr>Experiential Learning Project Assessment-I on “Simple Password Generator” under the course Python Programming Language (N-PCCCM304P) </vt:lpstr>
      <vt:lpstr>Problem statement </vt:lpstr>
      <vt:lpstr>  Objectives</vt:lpstr>
      <vt:lpstr>  Algorithm</vt:lpstr>
      <vt:lpstr>   Flowchart/pseudocode</vt:lpstr>
      <vt:lpstr> Understanding of Python logic</vt:lpstr>
      <vt:lpstr>How it works &amp; benefits</vt:lpstr>
      <vt:lpstr>GitHub Details &amp; My Contribution</vt:lpstr>
      <vt:lpstr>Result / Expected Output</vt:lpstr>
      <vt:lpstr>PowerPoint Presentation</vt:lpstr>
      <vt:lpstr>Phase 2 : Code</vt:lpstr>
      <vt:lpstr>PowerPoint Presentation</vt:lpstr>
      <vt:lpstr>PowerPoint Presentation</vt:lpstr>
      <vt:lpstr>PowerPoint Presentation</vt:lpstr>
      <vt:lpstr>PowerPoint Presentation</vt:lpstr>
      <vt:lpstr>Phase 2 – Improvements Made</vt:lpstr>
      <vt:lpstr>Technologies Used</vt:lpstr>
      <vt:lpstr>   Flowchart</vt:lpstr>
      <vt:lpstr>Conclusion</vt:lpstr>
      <vt:lpstr>PowerPoint Presentation</vt:lpstr>
      <vt:lpstr>Code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OUTPUT :</vt:lpstr>
      <vt:lpstr>Phase 3 – Improvements Made</vt:lpstr>
      <vt:lpstr>Technologies Used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MRS. MAYURI GETME</dc:creator>
  <cp:lastModifiedBy>LOQ</cp:lastModifiedBy>
  <cp:revision>218</cp:revision>
  <dcterms:created xsi:type="dcterms:W3CDTF">2021-03-08T15:20:31Z</dcterms:created>
  <dcterms:modified xsi:type="dcterms:W3CDTF">2026-10-12T18:29:13Z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2017-11-07T00:00:00Z</vt:filetime>
  </property>
  <property fmtid="{D5CDD505-2E9C-101B-9397-08002B2CF9AE}" pid="3" name="Creator">
    <vt:lpwstr>Impress</vt:lpwstr>
  </property>
  <property fmtid="{D5CDD505-2E9C-101B-9397-08002B2CF9AE}" pid="4" name="LastSaved">
    <vt:filetime>2021-03-08T00:00:00Z</vt:filetime>
  </property>
</Properties>
</file>