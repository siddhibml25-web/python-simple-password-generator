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95" r:id="rId2"/>
    <p:sldId id="374" r:id="rId3"/>
    <p:sldId id="375" r:id="rId4"/>
    <p:sldId id="376" r:id="rId5"/>
    <p:sldId id="377" r:id="rId6"/>
    <p:sldId id="373" r:id="rId7"/>
    <p:sldId id="378" r:id="rId8"/>
    <p:sldId id="379" r:id="rId9"/>
    <p:sldId id="380" r:id="rId10"/>
    <p:sldId id="389" r:id="rId11"/>
    <p:sldId id="381" r:id="rId12"/>
    <p:sldId id="382" r:id="rId13"/>
    <p:sldId id="383" r:id="rId14"/>
    <p:sldId id="384" r:id="rId15"/>
    <p:sldId id="385" r:id="rId16"/>
    <p:sldId id="386" r:id="rId17"/>
    <p:sldId id="387" r:id="rId18"/>
    <p:sldId id="388" r:id="rId19"/>
    <p:sldId id="372" r:id="rId20"/>
  </p:sldIdLst>
  <p:sldSz cx="9144000" cy="6858000" type="screen4x3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OQ" initials="L" lastIdx="1" clrIdx="0">
    <p:extLst>
      <p:ext uri="{19B8F6BF-5375-455C-9EA6-DF929625EA0E}">
        <p15:presenceInfo xmlns:p15="http://schemas.microsoft.com/office/powerpoint/2012/main" userId="LOQ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189F7"/>
    <a:srgbClr val="00000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120" autoAdjust="0"/>
  </p:normalViewPr>
  <p:slideViewPr>
    <p:cSldViewPr>
      <p:cViewPr varScale="1">
        <p:scale>
          <a:sx n="79" d="100"/>
          <a:sy n="79" d="100"/>
        </p:scale>
        <p:origin x="1570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F5C1C8-45B6-47AD-A260-D6675145E309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S. B. Jain Institute of Technology Management and research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A45C92-C1F7-4030-B515-3A52A433E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92848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F1233-0ABC-4AAE-AB53-D76AF6A9EC98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S. B. Jain Institute of Technology Management and research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DFAE99-2354-43A9-B741-C174AEC3E5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659767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CDFAE99-2354-43A9-B741-C174AEC3E588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S. B. Jain Institute of Technology Management and research</a:t>
            </a:r>
          </a:p>
        </p:txBody>
      </p:sp>
    </p:spTree>
    <p:extLst>
      <p:ext uri="{BB962C8B-B14F-4D97-AF65-F5344CB8AC3E}">
        <p14:creationId xmlns:p14="http://schemas.microsoft.com/office/powerpoint/2010/main" val="1849671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S. B. Jain Institute of Technology Management and research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DFAE99-2354-43A9-B741-C174AEC3E588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156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2125980"/>
            <a:ext cx="77724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85C42F-1CBF-4C6A-B882-9D2111338B27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870"/>
              </a:lnSpc>
            </a:pPr>
            <a:fld id="{81D60167-4931-47E6-BA6A-407CBD079E47}" type="slidenum">
              <a:rPr dirty="0"/>
              <a:pPr marL="38100">
                <a:lnSpc>
                  <a:spcPts val="1870"/>
                </a:lnSpc>
              </a:pPr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891B3E-447D-4E1C-8947-BD55B1F89A0A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870"/>
              </a:lnSpc>
            </a:pPr>
            <a:fld id="{81D60167-4931-47E6-BA6A-407CBD079E47}" type="slidenum">
              <a:rPr dirty="0"/>
              <a:pPr marL="38100">
                <a:lnSpc>
                  <a:spcPts val="1870"/>
                </a:lnSpc>
              </a:pPr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3ED53B-E317-4FB2-8A8D-871B2784CE10}" type="datetime1">
              <a:rPr lang="en-US" smtClean="0"/>
              <a:t>9/21/2026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870"/>
              </a:lnSpc>
            </a:pPr>
            <a:fld id="{81D60167-4931-47E6-BA6A-407CBD079E47}" type="slidenum">
              <a:rPr dirty="0"/>
              <a:pPr marL="38100">
                <a:lnSpc>
                  <a:spcPts val="1870"/>
                </a:lnSpc>
              </a:pPr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F43EB6-EEF9-4730-B39F-C1E9EC0E2379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870"/>
              </a:lnSpc>
            </a:pPr>
            <a:fld id="{81D60167-4931-47E6-BA6A-407CBD079E47}" type="slidenum">
              <a:rPr dirty="0"/>
              <a:pPr marL="38100">
                <a:lnSpc>
                  <a:spcPts val="1870"/>
                </a:lnSpc>
              </a:pPr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D6A69-E8A8-4719-9000-213BF16B839B}" type="datetime1">
              <a:rPr lang="en-US" smtClean="0"/>
              <a:t>9/21/2026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870"/>
              </a:lnSpc>
            </a:pPr>
            <a:fld id="{81D60167-4931-47E6-BA6A-407CBD079E47}" type="slidenum">
              <a:rPr dirty="0"/>
              <a:pPr marL="38100">
                <a:lnSpc>
                  <a:spcPts val="1870"/>
                </a:lnSpc>
              </a:pPr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46050" y="6390640"/>
            <a:ext cx="8832850" cy="309880"/>
          </a:xfrm>
          <a:custGeom>
            <a:avLst/>
            <a:gdLst/>
            <a:ahLst/>
            <a:cxnLst/>
            <a:rect l="l" t="t" r="r" b="b"/>
            <a:pathLst>
              <a:path w="8832850" h="309879">
                <a:moveTo>
                  <a:pt x="8832850" y="0"/>
                </a:moveTo>
                <a:lnTo>
                  <a:pt x="0" y="0"/>
                </a:lnTo>
                <a:lnTo>
                  <a:pt x="0" y="309880"/>
                </a:lnTo>
                <a:lnTo>
                  <a:pt x="8832850" y="309880"/>
                </a:lnTo>
                <a:close/>
              </a:path>
            </a:pathLst>
          </a:custGeom>
          <a:solidFill>
            <a:srgbClr val="8BACA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52400" y="158750"/>
            <a:ext cx="8832850" cy="6546850"/>
          </a:xfrm>
          <a:custGeom>
            <a:avLst/>
            <a:gdLst/>
            <a:ahLst/>
            <a:cxnLst/>
            <a:rect l="l" t="t" r="r" b="b"/>
            <a:pathLst>
              <a:path w="8832850" h="6546850">
                <a:moveTo>
                  <a:pt x="4415790" y="6546850"/>
                </a:moveTo>
                <a:lnTo>
                  <a:pt x="0" y="6546850"/>
                </a:lnTo>
                <a:lnTo>
                  <a:pt x="0" y="0"/>
                </a:lnTo>
                <a:lnTo>
                  <a:pt x="8832850" y="0"/>
                </a:lnTo>
                <a:lnTo>
                  <a:pt x="8832850" y="6546850"/>
                </a:lnTo>
                <a:lnTo>
                  <a:pt x="4415790" y="6546850"/>
                </a:lnTo>
                <a:close/>
              </a:path>
            </a:pathLst>
          </a:custGeom>
          <a:ln w="9344">
            <a:solidFill>
              <a:srgbClr val="7A979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70559" y="346709"/>
            <a:ext cx="7802880" cy="3911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7471409" cy="3810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82270" y="6458416"/>
            <a:ext cx="3950970" cy="1962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300D4-36A4-4C00-9038-1A5D5B872909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459469" y="6430208"/>
            <a:ext cx="302259" cy="2527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870"/>
              </a:lnSpc>
            </a:pPr>
            <a:fld id="{81D60167-4931-47E6-BA6A-407CBD079E47}" type="slidenum">
              <a:rPr dirty="0"/>
              <a:pPr marL="38100">
                <a:lnSpc>
                  <a:spcPts val="1870"/>
                </a:lnSpc>
              </a:pPr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sldNum="0"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04800" y="304800"/>
            <a:ext cx="8305800" cy="33983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32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Experiential Learning</a:t>
            </a:r>
            <a:br>
              <a:rPr lang="en-US" sz="32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en-US" sz="32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Project Assessment-I</a:t>
            </a:r>
            <a:br>
              <a:rPr lang="en-US" sz="32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en-US" sz="32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on</a:t>
            </a:r>
            <a:br>
              <a:rPr lang="en-US" sz="32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en-US" sz="3200" b="1" dirty="0">
                <a:solidFill>
                  <a:srgbClr val="0000FF"/>
                </a:solidFill>
                <a:latin typeface="Times New Roman" pitchFamily="18" charset="0"/>
                <a:cs typeface="Times New Roman" pitchFamily="18" charset="0"/>
              </a:rPr>
              <a:t>“</a:t>
            </a:r>
            <a:r>
              <a:rPr lang="en-US" sz="3200" dirty="0"/>
              <a:t>Simple Password Generator</a:t>
            </a:r>
            <a:r>
              <a:rPr lang="en-US" sz="3200"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</a:t>
            </a:r>
            <a:br>
              <a:rPr lang="en-US" sz="3200"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course</a:t>
            </a:r>
            <a:br>
              <a:rPr lang="en-US" sz="3200"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 Programming Language (N-PCCCM304P)</a:t>
            </a:r>
            <a:br>
              <a:rPr lang="en-US" sz="3200" b="1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sz="3200" dirty="0">
              <a:solidFill>
                <a:srgbClr val="0000FF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CustomShape 2"/>
          <p:cNvSpPr/>
          <p:nvPr/>
        </p:nvSpPr>
        <p:spPr>
          <a:xfrm>
            <a:off x="685800" y="3295692"/>
            <a:ext cx="2743200" cy="1504908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IN" sz="2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 :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IN" sz="2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Siddhi Bamnote</a:t>
            </a:r>
          </a:p>
          <a:p>
            <a:pPr>
              <a:lnSpc>
                <a:spcPct val="100000"/>
              </a:lnSpc>
            </a:pPr>
            <a:r>
              <a:rPr lang="en-IN" sz="2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[CM25053]                        </a:t>
            </a:r>
            <a:endParaRPr dirty="0">
              <a:solidFill>
                <a:srgbClr val="00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CustomShape 3"/>
          <p:cNvSpPr/>
          <p:nvPr/>
        </p:nvSpPr>
        <p:spPr>
          <a:xfrm>
            <a:off x="5305425" y="3277000"/>
            <a:ext cx="3409950" cy="12225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</a:t>
            </a:r>
          </a:p>
          <a:p>
            <a:pPr algn="ctr">
              <a:lnSpc>
                <a:spcPct val="10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Mrs. Suchita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Meshkar</a:t>
            </a:r>
            <a:endParaRPr lang="en-IN" sz="2000" dirty="0">
              <a:solidFill>
                <a:srgbClr val="00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CustomShape 5"/>
          <p:cNvSpPr/>
          <p:nvPr/>
        </p:nvSpPr>
        <p:spPr>
          <a:xfrm>
            <a:off x="1447800" y="4648200"/>
            <a:ext cx="6629040" cy="3978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IN" sz="2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Session:2026-27 (ODD )</a:t>
            </a:r>
          </a:p>
          <a:p>
            <a:pPr algn="ctr">
              <a:lnSpc>
                <a:spcPct val="100000"/>
              </a:lnSpc>
            </a:pPr>
            <a:r>
              <a:rPr lang="en-IN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CSE(AI&amp;ML)</a:t>
            </a:r>
          </a:p>
          <a:p>
            <a:pPr>
              <a:lnSpc>
                <a:spcPct val="100000"/>
              </a:lnSpc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CustomShape 4"/>
          <p:cNvSpPr/>
          <p:nvPr/>
        </p:nvSpPr>
        <p:spPr>
          <a:xfrm>
            <a:off x="457200" y="53340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/>
          <a:lstStyle/>
          <a:p>
            <a:pPr algn="ctr">
              <a:lnSpc>
                <a:spcPct val="93000"/>
              </a:lnSpc>
            </a:pPr>
            <a:r>
              <a:rPr lang="en-IN" sz="2200" b="1" dirty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      </a:t>
            </a:r>
            <a:r>
              <a:rPr lang="en-IN" sz="2000" b="1" dirty="0">
                <a:solidFill>
                  <a:srgbClr val="000000"/>
                </a:solidFill>
                <a:latin typeface="Times New Roman" pitchFamily="18" charset="0"/>
                <a:ea typeface="DejaVu Sans"/>
                <a:cs typeface="Times New Roman" pitchFamily="18" charset="0"/>
              </a:rPr>
              <a:t>S. B. JAIN INSTITUTE OF TECHNOLOGY MANAGEMENT AND RESEARCH,NAGPUR</a:t>
            </a:r>
          </a:p>
          <a:p>
            <a:pPr algn="ctr">
              <a:lnSpc>
                <a:spcPct val="93000"/>
              </a:lnSpc>
            </a:pPr>
            <a:r>
              <a:rPr lang="en-IN" sz="20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An Autonomous Institute, Affiliated to RTMNU, Nagpur</a:t>
            </a:r>
            <a:endParaRPr sz="20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6" name="Picture 2" descr="C:\Users\PROJECT LAB\Desktop\College LOGO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838575" y="3286617"/>
            <a:ext cx="1466850" cy="1066801"/>
          </a:xfrm>
          <a:prstGeom prst="rect">
            <a:avLst/>
          </a:prstGeom>
          <a:noFill/>
        </p:spPr>
      </p:pic>
      <p:sp>
        <p:nvSpPr>
          <p:cNvPr id="4" name="Footer Placeholder 3"/>
          <p:cNvSpPr>
            <a:spLocks noGrp="1"/>
          </p:cNvSpPr>
          <p:nvPr>
            <p:ph type="ftr" sz="quarter" idx="5"/>
          </p:nvPr>
        </p:nvSpPr>
        <p:spPr>
          <a:xfrm>
            <a:off x="3352800" y="6477000"/>
            <a:ext cx="5637530" cy="215444"/>
          </a:xfrm>
        </p:spPr>
        <p:txBody>
          <a:bodyPr/>
          <a:lstStyle/>
          <a:p>
            <a:pPr algn="r">
              <a:lnSpc>
                <a:spcPct val="100000"/>
              </a:lnSpc>
            </a:pPr>
            <a:r>
              <a:rPr lang="en-US" sz="1400" b="1" dirty="0"/>
              <a:t>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B4BAB-5BA1-CFF1-888A-00EB381D3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056E2-805C-50A3-7FD5-A1AA3FAD8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535" y="533400"/>
            <a:ext cx="7802880" cy="738664"/>
          </a:xfrm>
        </p:spPr>
        <p:txBody>
          <a:bodyPr/>
          <a:lstStyle/>
          <a:p>
            <a:r>
              <a:rPr lang="en-US" b="1" u="sng" dirty="0"/>
              <a:t>Problem statement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D3B38D-C3A3-1E45-97CA-375FB3F36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0505" y="1371600"/>
            <a:ext cx="7471409" cy="2492990"/>
          </a:xfrm>
        </p:spPr>
        <p:txBody>
          <a:bodyPr/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People often use weak passwords like their names or 123456.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Weak passwords are very easy for hackers to guess.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is hard for users to create strong, random passwords by themselves.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need a simple Python program to make safe passwords automatically.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99BE6D-C41B-A4B2-9041-18E0C65235FC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41298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E575C-6BD6-7BCE-8917-E5B0FB0B7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3AC6C-F3DD-688F-7001-D7DDAFADC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535" y="685800"/>
            <a:ext cx="7802880" cy="369332"/>
          </a:xfrm>
        </p:spPr>
        <p:txBody>
          <a:bodyPr/>
          <a:lstStyle/>
          <a:p>
            <a:r>
              <a:rPr lang="en-US" dirty="0"/>
              <a:t>  </a:t>
            </a:r>
            <a:r>
              <a:rPr lang="en-US" b="1" u="sng" dirty="0"/>
              <a:t>Objectives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832033-8BC6-6E98-4874-C475469094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7535" y="1752600"/>
            <a:ext cx="7471409" cy="3046988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build a simple tool that creates strong and random passwords.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let the user choose how long the password should be.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let the user pick capital letters, small letters, numbers, and symbols.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make sure at least one character from each choice is included.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show if the generated password is Weak, Medium, or Strong.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319456-9B61-EBDA-E596-862E207E7AA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4051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55FFF-D19A-3FF8-5DD9-48672D16D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5021E-3D25-1996-821D-911CE214B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363" y="573661"/>
            <a:ext cx="7802880" cy="369332"/>
          </a:xfrm>
        </p:spPr>
        <p:txBody>
          <a:bodyPr/>
          <a:lstStyle/>
          <a:p>
            <a:r>
              <a:rPr lang="en-US" u="sng" dirty="0"/>
              <a:t>  </a:t>
            </a:r>
            <a:r>
              <a:rPr lang="en-US" b="1" u="sng" dirty="0"/>
              <a:t>Algorithm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0F9636-CD36-82B3-BCB4-75F5DA074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1363" y="1113693"/>
            <a:ext cx="7471409" cy="4708981"/>
          </a:xfrm>
        </p:spPr>
        <p:txBody>
          <a:bodyPr/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Start the program.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Ask the user for the password length.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Ask the user to choose uppercase, lowercase, numbers, and symbols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Mix all chosen character types together.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Pick random characters until the full length is ready.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Shuffle the characters so the order is random.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Show the password and its strength rating.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Stop the program.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941C27-3575-FD8A-8FE0-64AC69EA395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8377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30010-0200-2C17-F61E-32E0CEA26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AC2AF-BA95-D7FC-9C10-A858C41CC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0559" y="346709"/>
            <a:ext cx="7802880" cy="369332"/>
          </a:xfrm>
        </p:spPr>
        <p:txBody>
          <a:bodyPr/>
          <a:lstStyle/>
          <a:p>
            <a:r>
              <a:rPr lang="en-US" dirty="0"/>
              <a:t>   </a:t>
            </a:r>
            <a:r>
              <a:rPr lang="en-US" b="1" u="sng" dirty="0"/>
              <a:t>Flowchart/pseudocode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F2496E-C4FA-A60F-F95F-C7CC08A0BBF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2E9A56-5D1F-5884-C7BD-D1EE8C580B06}"/>
              </a:ext>
            </a:extLst>
          </p:cNvPr>
          <p:cNvSpPr/>
          <p:nvPr/>
        </p:nvSpPr>
        <p:spPr>
          <a:xfrm>
            <a:off x="1075689" y="841443"/>
            <a:ext cx="6772910" cy="29669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E140CD75-4D57-1A01-DF63-489C6A85EDC1}"/>
              </a:ext>
            </a:extLst>
          </p:cNvPr>
          <p:cNvSpPr/>
          <p:nvPr/>
        </p:nvSpPr>
        <p:spPr>
          <a:xfrm>
            <a:off x="3886200" y="1058889"/>
            <a:ext cx="1100456" cy="321126"/>
          </a:xfrm>
          <a:prstGeom prst="flowChartAlternateProcess">
            <a:avLst/>
          </a:prstGeom>
          <a:solidFill>
            <a:schemeClr val="accent3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Start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5C70E75-6AFF-D8D1-3FE0-63521A5E9DAF}"/>
              </a:ext>
            </a:extLst>
          </p:cNvPr>
          <p:cNvSpPr/>
          <p:nvPr/>
        </p:nvSpPr>
        <p:spPr>
          <a:xfrm>
            <a:off x="2887284" y="1607189"/>
            <a:ext cx="3086100" cy="381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1. User Enters Password Length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656C3E-A724-ECCC-6DD7-65F1D50ED06F}"/>
              </a:ext>
            </a:extLst>
          </p:cNvPr>
          <p:cNvSpPr/>
          <p:nvPr/>
        </p:nvSpPr>
        <p:spPr>
          <a:xfrm>
            <a:off x="2408016" y="2231802"/>
            <a:ext cx="4056824" cy="51527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2. User Selects Letter/Number/Symbol Types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CBC0F1-367B-D8FF-BF33-2D41419F7CCD}"/>
              </a:ext>
            </a:extLst>
          </p:cNvPr>
          <p:cNvSpPr/>
          <p:nvPr/>
        </p:nvSpPr>
        <p:spPr>
          <a:xfrm>
            <a:off x="2665161" y="3001746"/>
            <a:ext cx="3524251" cy="2897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3. Mix Chosen Character Groups Together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ABD62F-A7BE-8D69-36CD-E77069A2CA19}"/>
              </a:ext>
            </a:extLst>
          </p:cNvPr>
          <p:cNvSpPr/>
          <p:nvPr/>
        </p:nvSpPr>
        <p:spPr>
          <a:xfrm>
            <a:off x="2408016" y="3586268"/>
            <a:ext cx="4056824" cy="43607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4. Pick Characters Randomly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87DC4D-E21E-A468-F297-BB303977B65B}"/>
              </a:ext>
            </a:extLst>
          </p:cNvPr>
          <p:cNvSpPr/>
          <p:nvPr/>
        </p:nvSpPr>
        <p:spPr>
          <a:xfrm>
            <a:off x="2893378" y="4288712"/>
            <a:ext cx="3086100" cy="3594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5. Shuffle Everything 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7BAB616-5FA7-3B23-9D78-48D941A74865}"/>
              </a:ext>
            </a:extLst>
          </p:cNvPr>
          <p:cNvSpPr/>
          <p:nvPr/>
        </p:nvSpPr>
        <p:spPr>
          <a:xfrm>
            <a:off x="3923099" y="5517823"/>
            <a:ext cx="1066800" cy="3048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End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14D5137-32AF-5D62-ACED-35DD8DC9C3A6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4430334" y="1380015"/>
            <a:ext cx="6094" cy="2271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20B5276-DF7B-6E81-BB0B-8D848EDE11DC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4424240" y="1988189"/>
            <a:ext cx="6094" cy="2044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E44D82E-F361-8EA9-39F1-B3A52EF3EC09}"/>
              </a:ext>
            </a:extLst>
          </p:cNvPr>
          <p:cNvCxnSpPr>
            <a:cxnSpLocks/>
          </p:cNvCxnSpPr>
          <p:nvPr/>
        </p:nvCxnSpPr>
        <p:spPr>
          <a:xfrm>
            <a:off x="4417979" y="3319903"/>
            <a:ext cx="0" cy="26636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03CF781-7734-FE0A-1B2F-85B237808ABD}"/>
              </a:ext>
            </a:extLst>
          </p:cNvPr>
          <p:cNvCxnSpPr>
            <a:cxnSpLocks/>
          </p:cNvCxnSpPr>
          <p:nvPr/>
        </p:nvCxnSpPr>
        <p:spPr>
          <a:xfrm>
            <a:off x="4447162" y="4022347"/>
            <a:ext cx="0" cy="26636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D9E7498-9C4F-8AB0-6921-FDC2F36BE8FC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4430334" y="4648200"/>
            <a:ext cx="6094" cy="279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8FB7FAD-DB57-A092-1881-06B668EABD50}"/>
              </a:ext>
            </a:extLst>
          </p:cNvPr>
          <p:cNvCxnSpPr>
            <a:cxnSpLocks/>
          </p:cNvCxnSpPr>
          <p:nvPr/>
        </p:nvCxnSpPr>
        <p:spPr>
          <a:xfrm>
            <a:off x="4410074" y="2747072"/>
            <a:ext cx="0" cy="26636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A5B526B3-C00D-92F2-32D2-5A7FAFF79F44}"/>
              </a:ext>
            </a:extLst>
          </p:cNvPr>
          <p:cNvSpPr/>
          <p:nvPr/>
        </p:nvSpPr>
        <p:spPr>
          <a:xfrm>
            <a:off x="3147179" y="4924506"/>
            <a:ext cx="2665374" cy="30479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6. Show Password and Strength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92DB1E0-FF97-35E7-458E-BAF36A4BC8F1}"/>
              </a:ext>
            </a:extLst>
          </p:cNvPr>
          <p:cNvCxnSpPr>
            <a:cxnSpLocks/>
            <a:stCxn id="38" idx="2"/>
            <a:endCxn id="14" idx="0"/>
          </p:cNvCxnSpPr>
          <p:nvPr/>
        </p:nvCxnSpPr>
        <p:spPr>
          <a:xfrm flipH="1">
            <a:off x="4456499" y="5229305"/>
            <a:ext cx="23367" cy="2885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9930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1029" y="457200"/>
            <a:ext cx="7802880" cy="369332"/>
          </a:xfrm>
        </p:spPr>
        <p:txBody>
          <a:bodyPr/>
          <a:lstStyle/>
          <a:p>
            <a:r>
              <a:rPr lang="en-US" dirty="0"/>
              <a:t> </a:t>
            </a:r>
            <a:r>
              <a:rPr lang="en-US" b="1" u="sng" dirty="0"/>
              <a:t>Understanding of Python logic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6D5F1B1-F025-4189-06F7-4FE51FDE6D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1371600"/>
            <a:ext cx="6892319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0711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C2E5A-693D-7A9F-305F-37709C745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E877A-8023-E924-763E-C23E1809E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29" y="476205"/>
            <a:ext cx="7802880" cy="369332"/>
          </a:xfrm>
        </p:spPr>
        <p:txBody>
          <a:bodyPr/>
          <a:lstStyle/>
          <a:p>
            <a:r>
              <a:rPr lang="en-US" b="1" u="sng" dirty="0"/>
              <a:t>How it works &amp; benefits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97E5FD-D627-BAEA-C3CA-9934E9B1D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0559" y="1219200"/>
            <a:ext cx="7471409" cy="4431983"/>
          </a:xfrm>
        </p:spPr>
        <p:txBody>
          <a:bodyPr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/>
              <a:t>Simple Flow:</a:t>
            </a:r>
          </a:p>
          <a:p>
            <a:endParaRPr lang="en-US" dirty="0"/>
          </a:p>
          <a:p>
            <a:r>
              <a:rPr lang="en-US" dirty="0"/>
              <a:t>User Options  </a:t>
            </a:r>
            <a:r>
              <a:rPr lang="en-US" sz="1400" dirty="0">
                <a:sym typeface="Wingdings" panose="05000000000000000000" pitchFamily="2" charset="2"/>
              </a:rPr>
              <a:t> </a:t>
            </a:r>
            <a:r>
              <a:rPr lang="en-US" dirty="0"/>
              <a:t>Combine Letters &amp; Numbers 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 Pick Randomly  </a:t>
            </a:r>
            <a:r>
              <a:rPr lang="en-US" dirty="0">
                <a:sym typeface="Wingdings" panose="05000000000000000000" pitchFamily="2" charset="2"/>
              </a:rPr>
              <a:t>  </a:t>
            </a:r>
            <a:r>
              <a:rPr lang="en-US" dirty="0"/>
              <a:t>Safe Password</a:t>
            </a:r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/>
              <a:t>How it Works:</a:t>
            </a:r>
          </a:p>
          <a:p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 User Choice:</a:t>
            </a:r>
            <a:r>
              <a:rPr lang="en-US" dirty="0"/>
              <a:t> User picks length and what characters to add.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 Random Pick:</a:t>
            </a:r>
            <a:r>
              <a:rPr lang="en-US" dirty="0"/>
              <a:t> Uses Python's secure secrets tool to pick random items.</a:t>
            </a:r>
            <a:r>
              <a:rPr lang="en-US" b="1" dirty="0"/>
              <a:t>                    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 Strength Check:</a:t>
            </a:r>
            <a:r>
              <a:rPr lang="en-US" dirty="0"/>
              <a:t> Checks if password is long and has mixed characters.</a:t>
            </a:r>
          </a:p>
          <a:p>
            <a:pPr lvl="1"/>
            <a:endParaRPr lang="en-U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/>
              <a:t>Benefits: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Makes passwords impossible to guess.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Keeps online accounts safe from hackers.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6C8675-034C-1AF4-B302-5183FBE67A1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07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5ABF0-7022-B6D0-A4F3-677A7790B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DC769-38B8-B22F-2B5F-728031AC4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823" y="609600"/>
            <a:ext cx="7802880" cy="369332"/>
          </a:xfrm>
        </p:spPr>
        <p:txBody>
          <a:bodyPr/>
          <a:lstStyle/>
          <a:p>
            <a:r>
              <a:rPr lang="en-US" b="1" u="sng" dirty="0"/>
              <a:t>GitHub Details &amp; My Contribution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47B765-7FB0-10A6-8DD7-942B3A817B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7535" y="1480185"/>
            <a:ext cx="7471409" cy="2492990"/>
          </a:xfrm>
        </p:spPr>
        <p:txBody>
          <a:bodyPr/>
          <a:lstStyle/>
          <a:p>
            <a:r>
              <a:rPr lang="en-US" b="1" dirty="0"/>
              <a:t>Repository Name : </a:t>
            </a:r>
            <a:r>
              <a:rPr lang="en-US" dirty="0"/>
              <a:t>Python-simple-password-generator </a:t>
            </a:r>
          </a:p>
          <a:p>
            <a:endParaRPr lang="en-US" dirty="0"/>
          </a:p>
          <a:p>
            <a:r>
              <a:rPr lang="en-US" b="1" dirty="0"/>
              <a:t>My Contribution: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Understood the security needs and designed the simple algorithm.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Wrote the Python code using secrets and string.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Added safety checks and password strength test.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Created the GitHub repo and made this presentation.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fontAlgn="t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59F88D-625D-0D5D-26EF-200280B3042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5036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16B0F-53FA-62AD-C2EC-E712AEBEF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A0AAB-CC70-FBFA-4C02-C86E401E1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0560" y="457200"/>
            <a:ext cx="7802880" cy="369332"/>
          </a:xfrm>
        </p:spPr>
        <p:txBody>
          <a:bodyPr/>
          <a:lstStyle/>
          <a:p>
            <a:r>
              <a:rPr lang="en-US" b="1" u="sng" dirty="0"/>
              <a:t>Result / Expected Output</a:t>
            </a:r>
            <a:endParaRPr lang="en-US" u="sng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8E4F9B-E5B0-17DE-01BF-057FCC54290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93462-F7C4-C9A3-F788-091F5FB63A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4" y="1371600"/>
            <a:ext cx="6203224" cy="289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9317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A7C77-398A-8F06-1AA4-23DD775D4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CustomShape 1">
            <a:extLst>
              <a:ext uri="{FF2B5EF4-FFF2-40B4-BE49-F238E27FC236}">
                <a16:creationId xmlns:a16="http://schemas.microsoft.com/office/drawing/2014/main" id="{365BF5D2-D588-281F-B917-8E5B0DD91361}"/>
              </a:ext>
            </a:extLst>
          </p:cNvPr>
          <p:cNvSpPr/>
          <p:nvPr/>
        </p:nvSpPr>
        <p:spPr>
          <a:xfrm>
            <a:off x="703384" y="2895480"/>
            <a:ext cx="7626462" cy="131652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IN" sz="2800" dirty="0">
                <a:solidFill>
                  <a:srgbClr val="0000FF"/>
                </a:solidFill>
                <a:latin typeface="Arial"/>
              </a:rPr>
              <a:t>                       </a:t>
            </a:r>
            <a:r>
              <a:rPr lang="en-IN" sz="4800" b="1" dirty="0">
                <a:solidFill>
                  <a:srgbClr val="0000FF"/>
                </a:solidFill>
                <a:latin typeface="Arial"/>
              </a:rPr>
              <a:t>Phase 2</a:t>
            </a:r>
            <a:endParaRPr dirty="0"/>
          </a:p>
          <a:p>
            <a:pPr>
              <a:lnSpc>
                <a:spcPct val="100000"/>
              </a:lnSpc>
            </a:pPr>
            <a:r>
              <a:rPr lang="en-IN" sz="4800" dirty="0">
                <a:solidFill>
                  <a:srgbClr val="0000FF"/>
                </a:solidFill>
                <a:latin typeface="Arial"/>
              </a:rPr>
              <a:t> </a:t>
            </a:r>
            <a:endParaRPr dirty="0"/>
          </a:p>
        </p:txBody>
      </p:sp>
      <p:sp>
        <p:nvSpPr>
          <p:cNvPr id="3" name="TextShape 3">
            <a:extLst>
              <a:ext uri="{FF2B5EF4-FFF2-40B4-BE49-F238E27FC236}">
                <a16:creationId xmlns:a16="http://schemas.microsoft.com/office/drawing/2014/main" id="{EB1BB899-1213-C158-E09A-DBD3FF3082B1}"/>
              </a:ext>
            </a:extLst>
          </p:cNvPr>
          <p:cNvSpPr txBox="1"/>
          <p:nvPr/>
        </p:nvSpPr>
        <p:spPr>
          <a:xfrm>
            <a:off x="410400" y="6172200"/>
            <a:ext cx="6681877" cy="685440"/>
          </a:xfrm>
          <a:prstGeom prst="rect">
            <a:avLst/>
          </a:prstGeom>
        </p:spPr>
        <p:txBody>
          <a:bodyPr anchor="ctr"/>
          <a:lstStyle/>
          <a:p>
            <a:pPr>
              <a:lnSpc>
                <a:spcPct val="100000"/>
              </a:lnSpc>
            </a:pPr>
            <a:r>
              <a:rPr lang="en-IN" dirty="0">
                <a:solidFill>
                  <a:srgbClr val="8B8B8B"/>
                </a:solidFill>
                <a:latin typeface="Cambria"/>
              </a:rPr>
              <a:t>S. B. Jain Institute of Technology Management and research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08065094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EC56C-FBEA-FF0B-6CE9-9D374E209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0559" y="346709"/>
            <a:ext cx="7802880" cy="369332"/>
          </a:xfrm>
        </p:spPr>
        <p:txBody>
          <a:bodyPr/>
          <a:lstStyle/>
          <a:p>
            <a:r>
              <a:rPr lang="en-US" dirty="0"/>
              <a:t>Phase 2 : Code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B34137-D9F2-5033-2BEC-F7F560379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0560" y="838200"/>
            <a:ext cx="7562850" cy="48006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A9B856-95A1-735D-BE0C-53D46BDB228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579C4D-A880-5C56-DDDB-0CC874017B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559" y="838200"/>
            <a:ext cx="7562851" cy="5410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2198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717AA-947A-0842-01B9-AE46C9D58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AC7FD5-2F70-C54D-76B7-A160BAA9B0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0560" y="838200"/>
            <a:ext cx="7562850" cy="48006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D2B7B1-71E7-0799-F9BC-17FE23428D5A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4DB46C-7409-C676-560C-A194E7DE0B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364" y="763063"/>
            <a:ext cx="7635241" cy="5331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140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A4178-DCA6-433D-7A12-547359F93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4C1236-1799-2555-F7B2-7FA91D8420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0560" y="838200"/>
            <a:ext cx="7562850" cy="48006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745761-CC30-6578-AD35-AE3EC445091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9A1ECF-CD76-CFD1-6F64-B42A4CA2D2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560" y="592449"/>
            <a:ext cx="7562850" cy="5456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633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95899-4DE6-91CB-4C62-0438A0307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59C6B9-2DAC-3DF5-2A53-51CE15B8CA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0560" y="838200"/>
            <a:ext cx="7562850" cy="48006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186595-2605-AC32-7391-59E048746D5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67AF5E-A326-631F-D097-FE1D0A883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09" y="838200"/>
            <a:ext cx="756285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0156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72BC1-E507-2C19-2135-04185B4BF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A67D95-4D63-A1A3-CEE2-46799F02B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0560" y="838200"/>
            <a:ext cx="7562850" cy="48006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14C955-70DC-FEF8-6787-D8396B553B7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91FF1E-6A59-F5B8-3FCB-F8D9FE59DE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96" y="838200"/>
            <a:ext cx="7640104" cy="4844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8414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DF7BA-8686-4A54-8442-A1BC16F6A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03A58-CF3B-DC70-04A1-0A39BE86A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823" y="609600"/>
            <a:ext cx="7802880" cy="369332"/>
          </a:xfrm>
        </p:spPr>
        <p:txBody>
          <a:bodyPr/>
          <a:lstStyle/>
          <a:p>
            <a:r>
              <a:rPr lang="en-US" b="1" u="sng" dirty="0"/>
              <a:t>Phase 2 – Improvements Made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561FC7-87FA-F8FD-CCFB-EAC729E3EE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4823" y="1262420"/>
            <a:ext cx="7471409" cy="4985980"/>
          </a:xfrm>
        </p:spPr>
        <p:txBody>
          <a:bodyPr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Added </a:t>
            </a:r>
            <a:r>
              <a:rPr lang="en-US" b="1" dirty="0"/>
              <a:t>password length checking</a:t>
            </a:r>
            <a:r>
              <a:rPr lang="en-US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Added options for </a:t>
            </a:r>
            <a:r>
              <a:rPr lang="en-US" b="1" dirty="0"/>
              <a:t>Capital letters, Numbers and Special characters</a:t>
            </a:r>
          </a:p>
          <a:p>
            <a:pPr lvl="0"/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Made sure </a:t>
            </a:r>
            <a:r>
              <a:rPr lang="en-US" b="1" dirty="0"/>
              <a:t>at least one character</a:t>
            </a:r>
            <a:r>
              <a:rPr lang="en-US" dirty="0"/>
              <a:t> from each selected option is included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Added </a:t>
            </a:r>
            <a:r>
              <a:rPr lang="en-US" b="1" dirty="0"/>
              <a:t>random password generation</a:t>
            </a:r>
            <a:r>
              <a:rPr lang="en-US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Added </a:t>
            </a:r>
            <a:r>
              <a:rPr lang="en-US" b="1" dirty="0"/>
              <a:t>password shuffling</a:t>
            </a:r>
            <a:r>
              <a:rPr lang="en-US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Added </a:t>
            </a:r>
            <a:r>
              <a:rPr lang="en-US" b="1" dirty="0"/>
              <a:t>password strength checking</a:t>
            </a:r>
            <a:r>
              <a:rPr lang="en-US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Shows password as </a:t>
            </a:r>
            <a:r>
              <a:rPr lang="en-US" b="1" dirty="0"/>
              <a:t>Weak, Moderate or Strong</a:t>
            </a:r>
            <a:r>
              <a:rPr lang="en-US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Improved the </a:t>
            </a:r>
            <a:r>
              <a:rPr lang="en-US" b="1" dirty="0"/>
              <a:t>output screen</a:t>
            </a:r>
            <a:r>
              <a:rPr lang="en-US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Tested the program with </a:t>
            </a:r>
            <a:r>
              <a:rPr lang="en-US" b="1" dirty="0"/>
              <a:t>different inputs</a:t>
            </a:r>
            <a:r>
              <a:rPr lang="en-US" dirty="0"/>
              <a:t> </a:t>
            </a:r>
          </a:p>
          <a:p>
            <a:pPr fontAlgn="t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87E178-BF63-36F4-E6CA-A7DBC647C65C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77837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D77FD-7091-5F4A-F03F-BA8CB458A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F68AF-2BBD-20B7-8C6E-664955117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823" y="609600"/>
            <a:ext cx="7802880" cy="369332"/>
          </a:xfrm>
        </p:spPr>
        <p:txBody>
          <a:bodyPr/>
          <a:lstStyle/>
          <a:p>
            <a:r>
              <a:rPr lang="en-US" b="1" u="sng" dirty="0"/>
              <a:t>Technologies Used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ACF2DC-DC91-4AA6-F4DE-01E633C606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4823" y="1262420"/>
            <a:ext cx="7471409" cy="3877985"/>
          </a:xfrm>
        </p:spPr>
        <p:txBody>
          <a:bodyPr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b="1" dirty="0"/>
              <a:t>Python</a:t>
            </a:r>
            <a:r>
              <a:rPr lang="en-US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b="1" dirty="0"/>
              <a:t>Random module</a:t>
            </a:r>
            <a:r>
              <a:rPr lang="en-US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b="1" dirty="0"/>
              <a:t>String module</a:t>
            </a:r>
            <a:r>
              <a:rPr lang="en-US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b="1" dirty="0"/>
              <a:t>Functions</a:t>
            </a:r>
            <a:r>
              <a:rPr lang="en-US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b="1" dirty="0"/>
              <a:t>If-Else</a:t>
            </a:r>
            <a:r>
              <a:rPr lang="en-US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b="1" dirty="0"/>
              <a:t>Loops</a:t>
            </a:r>
            <a:r>
              <a:rPr lang="en-US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b="1" dirty="0"/>
              <a:t>User Input</a:t>
            </a:r>
            <a:r>
              <a:rPr lang="en-US" dirty="0"/>
              <a:t> </a:t>
            </a:r>
          </a:p>
          <a:p>
            <a:pPr fontAlgn="t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C7FF61-2099-68B2-D610-C7E1876A149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9273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6DA56-3369-ECC4-6B36-3CFAF68B4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EE038-9F92-85EF-0E34-9E62E5F02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823" y="609600"/>
            <a:ext cx="7802880" cy="369332"/>
          </a:xfrm>
        </p:spPr>
        <p:txBody>
          <a:bodyPr/>
          <a:lstStyle/>
          <a:p>
            <a:r>
              <a:rPr lang="en-US" b="1" u="sng" dirty="0"/>
              <a:t>flowchart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3CB415-271C-5729-4551-B08970E718F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S. B. Jain Institute of Technology Management and research</a:t>
            </a:r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23259F5-B451-F8BF-4DA2-A24B2F0B6918}"/>
              </a:ext>
            </a:extLst>
          </p:cNvPr>
          <p:cNvSpPr/>
          <p:nvPr/>
        </p:nvSpPr>
        <p:spPr>
          <a:xfrm>
            <a:off x="3886200" y="1198685"/>
            <a:ext cx="1371600" cy="369332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 START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179E1D-B5D4-8069-9F07-B5F3B4B4CE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00" y="2601907"/>
            <a:ext cx="1396105" cy="39017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DA15FCC-48AC-BB80-730A-C2294126B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1869560"/>
            <a:ext cx="1396105" cy="390178"/>
          </a:xfrm>
          <a:prstGeom prst="rect">
            <a:avLst/>
          </a:prstGeom>
          <a:solidFill>
            <a:schemeClr val="tx1"/>
          </a:solidFill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006E0E-A707-B4F5-062A-32AEBC4DF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1" y="3277177"/>
            <a:ext cx="2590799" cy="39933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A5D30C7-8E89-1FFB-CE5E-64858534AC2C}"/>
              </a:ext>
            </a:extLst>
          </p:cNvPr>
          <p:cNvSpPr txBox="1"/>
          <p:nvPr/>
        </p:nvSpPr>
        <p:spPr>
          <a:xfrm>
            <a:off x="4351140" y="1552423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↓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A695A1-FFFE-E851-77DE-81C8EE17425B}"/>
              </a:ext>
            </a:extLst>
          </p:cNvPr>
          <p:cNvSpPr txBox="1"/>
          <p:nvPr/>
        </p:nvSpPr>
        <p:spPr>
          <a:xfrm>
            <a:off x="4386808" y="222620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↓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AA1024-F6B2-C7B4-C113-D189CB7E682D}"/>
              </a:ext>
            </a:extLst>
          </p:cNvPr>
          <p:cNvSpPr txBox="1"/>
          <p:nvPr/>
        </p:nvSpPr>
        <p:spPr>
          <a:xfrm>
            <a:off x="3913762" y="1816480"/>
            <a:ext cx="16488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Enter Length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B7DE5E-7211-1891-5B5D-047C0498032F}"/>
              </a:ext>
            </a:extLst>
          </p:cNvPr>
          <p:cNvSpPr txBox="1"/>
          <p:nvPr/>
        </p:nvSpPr>
        <p:spPr>
          <a:xfrm>
            <a:off x="3925835" y="2584377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Select Types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07D8D9-EFA4-97C0-D891-D1E05A7F737B}"/>
              </a:ext>
            </a:extLst>
          </p:cNvPr>
          <p:cNvSpPr txBox="1"/>
          <p:nvPr/>
        </p:nvSpPr>
        <p:spPr>
          <a:xfrm>
            <a:off x="3735703" y="329217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Generate Password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AF2F0238-7D4C-62D5-9855-AFE21B733920}"/>
              </a:ext>
            </a:extLst>
          </p:cNvPr>
          <p:cNvSpPr/>
          <p:nvPr/>
        </p:nvSpPr>
        <p:spPr>
          <a:xfrm>
            <a:off x="4026347" y="3946843"/>
            <a:ext cx="1396105" cy="35736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     </a:t>
            </a:r>
            <a:r>
              <a:rPr lang="en-US" dirty="0">
                <a:solidFill>
                  <a:schemeClr val="tx1"/>
                </a:solidFill>
              </a:rPr>
              <a:t>Shuffle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EB9C527-7D25-CAEE-EF19-C7DA519E7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4574535"/>
            <a:ext cx="1676399" cy="384081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2D2033B3-2CB8-E1EF-D0FF-8C3EB3D66A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4348" y="5251369"/>
            <a:ext cx="1426588" cy="384081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DD54495-B88E-48AF-F357-A7AB68A42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0" y="5903249"/>
            <a:ext cx="1091305" cy="384081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D0DA388-CFC1-A743-B8DE-3F091AB056CF}"/>
              </a:ext>
            </a:extLst>
          </p:cNvPr>
          <p:cNvSpPr txBox="1"/>
          <p:nvPr/>
        </p:nvSpPr>
        <p:spPr>
          <a:xfrm>
            <a:off x="3972292" y="458190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Check Strength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A1ACDAE-9A8C-D1CD-DDB8-BA2C0CE7A17C}"/>
              </a:ext>
            </a:extLst>
          </p:cNvPr>
          <p:cNvSpPr txBox="1"/>
          <p:nvPr/>
        </p:nvSpPr>
        <p:spPr>
          <a:xfrm>
            <a:off x="4026347" y="525136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Show Result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152BE74-EC59-F15F-FE6C-1052AFF4BBC4}"/>
              </a:ext>
            </a:extLst>
          </p:cNvPr>
          <p:cNvSpPr txBox="1"/>
          <p:nvPr/>
        </p:nvSpPr>
        <p:spPr>
          <a:xfrm>
            <a:off x="4386808" y="5870596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END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C512C54D-1E0F-562D-E76D-3F7518FC43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4581" y="2933231"/>
            <a:ext cx="4621169" cy="487722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67940986-37A3-842B-3605-A37814669C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1128" y="3592009"/>
            <a:ext cx="4621169" cy="487722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E4023962-2774-6DCD-B432-1F3C0E7002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1128" y="4254474"/>
            <a:ext cx="4621169" cy="487722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77B0ED6-2618-67D6-A5AF-9345CB4136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1128" y="4867175"/>
            <a:ext cx="4621169" cy="487722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501838E6-B9A0-D4E4-5C21-B277FC3962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1128" y="5559211"/>
            <a:ext cx="4621169" cy="487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8212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CustomShape 1"/>
          <p:cNvSpPr/>
          <p:nvPr/>
        </p:nvSpPr>
        <p:spPr>
          <a:xfrm>
            <a:off x="703384" y="2895480"/>
            <a:ext cx="7626462" cy="1316520"/>
          </a:xfrm>
          <a:prstGeom prst="rect">
            <a:avLst/>
          </a:prstGeom>
          <a:noFill/>
          <a:ln>
            <a:noFill/>
          </a:ln>
        </p:spPr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IN" sz="2800" dirty="0">
                <a:solidFill>
                  <a:srgbClr val="0000FF"/>
                </a:solidFill>
                <a:latin typeface="Arial"/>
              </a:rPr>
              <a:t>                       </a:t>
            </a:r>
            <a:r>
              <a:rPr lang="en-IN" sz="4800" b="1" dirty="0">
                <a:solidFill>
                  <a:srgbClr val="0000FF"/>
                </a:solidFill>
                <a:latin typeface="Arial"/>
              </a:rPr>
              <a:t>Thank You</a:t>
            </a:r>
            <a:endParaRPr/>
          </a:p>
          <a:p>
            <a:pPr>
              <a:lnSpc>
                <a:spcPct val="100000"/>
              </a:lnSpc>
            </a:pPr>
            <a:r>
              <a:rPr lang="en-IN" sz="4800" dirty="0">
                <a:solidFill>
                  <a:srgbClr val="0000FF"/>
                </a:solidFill>
                <a:latin typeface="Arial"/>
              </a:rPr>
              <a:t> </a:t>
            </a:r>
            <a:endParaRPr/>
          </a:p>
        </p:txBody>
      </p:sp>
      <p:sp>
        <p:nvSpPr>
          <p:cNvPr id="3" name="TextShape 3"/>
          <p:cNvSpPr txBox="1"/>
          <p:nvPr/>
        </p:nvSpPr>
        <p:spPr>
          <a:xfrm>
            <a:off x="410400" y="6172200"/>
            <a:ext cx="6681877" cy="685440"/>
          </a:xfrm>
          <a:prstGeom prst="rect">
            <a:avLst/>
          </a:prstGeom>
        </p:spPr>
        <p:txBody>
          <a:bodyPr anchor="ctr"/>
          <a:lstStyle/>
          <a:p>
            <a:pPr>
              <a:lnSpc>
                <a:spcPct val="100000"/>
              </a:lnSpc>
            </a:pPr>
            <a:r>
              <a:rPr lang="en-IN" dirty="0">
                <a:solidFill>
                  <a:srgbClr val="8B8B8B"/>
                </a:solidFill>
                <a:latin typeface="Cambria"/>
              </a:rPr>
              <a:t>S. B. Jain Institute of Technology Management and research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1398</TotalTime>
  <Words>769</Words>
  <Application>Microsoft Office PowerPoint</Application>
  <PresentationFormat>On-screen Show (4:3)</PresentationFormat>
  <Paragraphs>152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Cambria</vt:lpstr>
      <vt:lpstr>Times New Roman</vt:lpstr>
      <vt:lpstr>Wingdings</vt:lpstr>
      <vt:lpstr>Office Theme</vt:lpstr>
      <vt:lpstr>Experiential Learning Project Assessment-I on “Simple Password Generator” under the course Python Programming Language (N-PCCCM304P) </vt:lpstr>
      <vt:lpstr>Problem statement </vt:lpstr>
      <vt:lpstr>  Objectives</vt:lpstr>
      <vt:lpstr>  Algorithm</vt:lpstr>
      <vt:lpstr>   Flowchart/pseudocode</vt:lpstr>
      <vt:lpstr> Understanding of Python logic</vt:lpstr>
      <vt:lpstr>How it works &amp; benefits</vt:lpstr>
      <vt:lpstr>GitHub Details &amp; My Contribution</vt:lpstr>
      <vt:lpstr>Result / Expected Output</vt:lpstr>
      <vt:lpstr>PowerPoint Presentation</vt:lpstr>
      <vt:lpstr>Phase 2 : Code</vt:lpstr>
      <vt:lpstr>PowerPoint Presentation</vt:lpstr>
      <vt:lpstr>PowerPoint Presentation</vt:lpstr>
      <vt:lpstr>PowerPoint Presentation</vt:lpstr>
      <vt:lpstr>PowerPoint Presentation</vt:lpstr>
      <vt:lpstr>Phase 2 – Improvements Made</vt:lpstr>
      <vt:lpstr>Technologies Used</vt:lpstr>
      <vt:lpstr>flowchart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MRS. MAYURI GETME</dc:creator>
  <cp:lastModifiedBy>LOQ</cp:lastModifiedBy>
  <cp:revision>215</cp:revision>
  <dcterms:created xsi:type="dcterms:W3CDTF">2021-03-08T15:20:31Z</dcterms:created>
  <dcterms:modified xsi:type="dcterms:W3CDTF">2026-09-21T15:41:34Z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2017-11-07T00:00:00Z</vt:filetime>
  </property>
  <property fmtid="{D5CDD505-2E9C-101B-9397-08002B2CF9AE}" pid="3" name="Creator">
    <vt:lpwstr>Impress</vt:lpwstr>
  </property>
  <property fmtid="{D5CDD505-2E9C-101B-9397-08002B2CF9AE}" pid="4" name="LastSaved">
    <vt:filetime>2021-03-08T00:00:00Z</vt:filetime>
  </property>
</Properties>
</file>