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89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90" r:id="rId19"/>
    <p:sldId id="391" r:id="rId20"/>
    <p:sldId id="372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9F7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6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dirty="0"/>
              <a:t>Simple Password Generator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Siddhi Bamnote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[CM25053]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249299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use weak passwords like their names or 123456.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passwords are very easy for hackers to guess.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for users to create strong, random passwords by themselves.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simple Python program to make safe passwords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creates strong and random passwords.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choose how long the password should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pick capital letters, small letters, numbers, and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make sure at least one character from each choice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show if the generated password is Weak, Medium, or 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708981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for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choose uppercase, lowercase, numbers, and symbols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 all chosen character types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random characters until the full length is 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 the characters so the order is random.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password and its strength rating.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87284" y="160718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User Enters Password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User Selects Letter/Number/Symbol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65161" y="3001746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Mix Chosen Character Groups Together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Pick Characters Randomly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Shuffle Everything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30334" y="1380015"/>
            <a:ext cx="6094" cy="227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24240" y="198818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526B3-C00D-92F2-32D2-5A7FAFF79F44}"/>
              </a:ext>
            </a:extLst>
          </p:cNvPr>
          <p:cNvSpPr/>
          <p:nvPr/>
        </p:nvSpPr>
        <p:spPr>
          <a:xfrm>
            <a:off x="3147179" y="4924506"/>
            <a:ext cx="2665374" cy="3047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Show Password and Strength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2DB1E0-FF97-35E7-458E-BAF36A4BC8F1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 flipH="1">
            <a:off x="4456499" y="5229305"/>
            <a:ext cx="23367" cy="288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D5F1B1-F025-4189-06F7-4FE51FDE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689231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4319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Options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dirty="0"/>
              <a:t>Combine Letters &amp; Numbers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Pick Randomly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Safe Password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User Choice:</a:t>
            </a:r>
            <a:r>
              <a:rPr lang="en-US" dirty="0"/>
              <a:t> User picks length and what characters to add.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Random Pick:</a:t>
            </a:r>
            <a:r>
              <a:rPr lang="en-US" dirty="0"/>
              <a:t> Uses Python's secure secrets tool to pick random items.</a:t>
            </a:r>
            <a:r>
              <a:rPr lang="en-US" b="1" dirty="0"/>
              <a:t>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Strength Check:</a:t>
            </a:r>
            <a:r>
              <a:rPr lang="en-US" dirty="0"/>
              <a:t> Checks if password is long and has mixed characters.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passwords impossible to guess.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Keeps online accounts safe from hackers.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Python-simple-password-generator 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Understood the security needs and designed the simple algorithm.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Wrote the Python code using secrets and string.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safety checks and password strength test.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93462-F7C4-C9A3-F788-091F5FB63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4" y="1371600"/>
            <a:ext cx="6203224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7C77-398A-8F06-1AA4-23DD775D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365BF5D2-D588-281F-B917-8E5B0DD91361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Phase 2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EB1BB899-1213-C158-E09A-DBD3FF3082B1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806509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C56C-FBEA-FF0B-6CE9-9D374E20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Phase 2 :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34137-D9F2-5033-2BEC-F7F560379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9B856-95A1-735D-BE0C-53D46BDB228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79C4D-A880-5C56-DDDB-0CC87401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" y="838200"/>
            <a:ext cx="7562851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17AA-947A-0842-01B9-AE46C9D5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C7FD5-2F70-C54D-76B7-A160BAA9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2B7B1-71E7-0799-F9BC-17FE23428D5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DB46C-7409-C676-560C-A194E7DE0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4" y="763063"/>
            <a:ext cx="7635241" cy="53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A4178-DCA6-433D-7A12-547359F9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1236-1799-2555-F7B2-7FA91D84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45761-CC30-6578-AD35-AE3EC445091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A1ECF-CD76-CFD1-6F64-B42A4CA2D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592449"/>
            <a:ext cx="7562850" cy="545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5899-4DE6-91CB-4C62-0438A030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C6B9-2DAC-3DF5-2A53-51CE15B8C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86595-2605-AC32-7391-59E048746D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7AF5E-A326-631F-D097-FE1D0A883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" y="838200"/>
            <a:ext cx="75628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2BC1-E507-2C19-2135-04185B4B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67D95-4D63-A1A3-CEE2-46799F02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4C955-70DC-FEF8-6787-D8396B553B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1FF1E-6A59-F5B8-3FCB-F8D9FE59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6" y="838200"/>
            <a:ext cx="7640104" cy="484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41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F7BA-8686-4A54-8442-A1BC16F6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3A58-CF3B-DC70-04A1-0A39BE86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2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61FC7-87FA-F8FD-CCFB-EAC729E3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498598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length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options for </a:t>
            </a:r>
            <a:r>
              <a:rPr lang="en-US" b="1" dirty="0"/>
              <a:t>Capital letters, Numbers and Special characters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Made sure </a:t>
            </a:r>
            <a:r>
              <a:rPr lang="en-US" b="1" dirty="0"/>
              <a:t>at least one character</a:t>
            </a:r>
            <a:r>
              <a:rPr lang="en-US" dirty="0"/>
              <a:t> from each selected option is included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random password generation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shuffling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strength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Shows password as </a:t>
            </a:r>
            <a:r>
              <a:rPr lang="en-US" b="1" dirty="0"/>
              <a:t>Weak, Moderate or Strong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</a:t>
            </a:r>
            <a:r>
              <a:rPr lang="en-US" b="1" dirty="0"/>
              <a:t>output screen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Tested the program with </a:t>
            </a:r>
            <a:r>
              <a:rPr lang="en-US" b="1" dirty="0"/>
              <a:t>different inputs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7E178-BF63-36F4-E6CA-A7DBC647C6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83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77FD-7091-5F4A-F03F-BA8CB458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68AF-2BBD-20B7-8C6E-66495511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CF2DC-DC91-4AA6-F4DE-01E633C6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387798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Random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String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Functions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If-Else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Loops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User Input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7FF61-2099-68B2-D610-C7E1876A149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2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93C1-938A-162B-E026-0E10D22D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280E-B305-4A92-AF28-1526A316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574E-B512-7D40-9D5F-CF983A0440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9088D8-5DAD-353B-FDF4-7172A3359B91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6B6C918-A4BE-F652-BF1D-A31803A84203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61ED9-13CF-5A0A-8669-BEABA4D16380}"/>
              </a:ext>
            </a:extLst>
          </p:cNvPr>
          <p:cNvSpPr/>
          <p:nvPr/>
        </p:nvSpPr>
        <p:spPr>
          <a:xfrm>
            <a:off x="2904112" y="168366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</a:t>
            </a:r>
            <a:r>
              <a:rPr lang="en-US" sz="1400" dirty="0">
                <a:solidFill>
                  <a:schemeClr val="tx1"/>
                </a:solidFill>
              </a:rPr>
              <a:t>Enter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62604-C7CC-01D3-2D02-C7403974F082}"/>
              </a:ext>
            </a:extLst>
          </p:cNvPr>
          <p:cNvSpPr/>
          <p:nvPr/>
        </p:nvSpPr>
        <p:spPr>
          <a:xfrm>
            <a:off x="3581401" y="2306379"/>
            <a:ext cx="1600200" cy="4299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</a:t>
            </a:r>
            <a:r>
              <a:rPr lang="en-US" sz="1400" dirty="0">
                <a:solidFill>
                  <a:schemeClr val="tx1"/>
                </a:solidFill>
              </a:rPr>
              <a:t>Select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C91CA-014A-0F2A-EF0C-4EF62D582567}"/>
              </a:ext>
            </a:extLst>
          </p:cNvPr>
          <p:cNvSpPr/>
          <p:nvPr/>
        </p:nvSpPr>
        <p:spPr>
          <a:xfrm>
            <a:off x="2647948" y="299286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</a:t>
            </a:r>
            <a:r>
              <a:rPr lang="en-US" sz="1400" dirty="0">
                <a:solidFill>
                  <a:schemeClr val="tx1"/>
                </a:solidFill>
              </a:rPr>
              <a:t>Generate Password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D12BF1-4818-7E8D-0CCC-14C250E9569C}"/>
              </a:ext>
            </a:extLst>
          </p:cNvPr>
          <p:cNvSpPr/>
          <p:nvPr/>
        </p:nvSpPr>
        <p:spPr>
          <a:xfrm>
            <a:off x="3733800" y="3586268"/>
            <a:ext cx="1252855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Shuffle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BD102-80E1-4084-7634-0AD8420ECCFE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</a:t>
            </a:r>
            <a:r>
              <a:rPr lang="en-US" sz="1400" dirty="0">
                <a:solidFill>
                  <a:schemeClr val="tx1"/>
                </a:solidFill>
              </a:rPr>
              <a:t>Check Strength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F420DA-39F7-2A50-78B3-09376EC008DD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6F062-429A-9B6B-D359-E468F78192B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10734" cy="303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1D7496-31E4-E9C1-7981-90096773D07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41068" y="206466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3E98DF-1DC6-BB0F-023D-F178D2C8E7E4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9A4F56-08EC-6B7F-E974-FEE75EE39590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18BC23-18E2-FF30-53A3-039A0820D7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1ED531-1F36-E4EC-9713-EB4ED07ECFFA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21CCED0-88D9-2628-9676-A5F72861E7CC}"/>
              </a:ext>
            </a:extLst>
          </p:cNvPr>
          <p:cNvSpPr/>
          <p:nvPr/>
        </p:nvSpPr>
        <p:spPr>
          <a:xfrm>
            <a:off x="3123812" y="4914566"/>
            <a:ext cx="2661294" cy="2792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             Show Result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0C965-9A45-8651-1A8B-EEF1EE4129A8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>
            <a:off x="4454459" y="5193820"/>
            <a:ext cx="2040" cy="324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2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DA11-42B4-8589-AD64-1D6A4D1C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282F-5BC0-10D8-AEAD-63D46F0C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6C52-F31C-52CB-3CDA-46CEADA3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2492990"/>
          </a:xfrm>
        </p:spPr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Simple Password Generator</a:t>
            </a:r>
            <a:r>
              <a:rPr lang="en-US" dirty="0"/>
              <a:t> is a simple and useful Python project.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helps users create </a:t>
            </a:r>
            <a:r>
              <a:rPr lang="en-US" b="1" dirty="0"/>
              <a:t>random and strong passwords</a:t>
            </a:r>
            <a:r>
              <a:rPr lang="en-US" dirty="0"/>
              <a:t> easily.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user can choose </a:t>
            </a:r>
            <a:r>
              <a:rPr lang="en-US" b="1" dirty="0"/>
              <a:t>password length and character types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This project helped us learn </a:t>
            </a:r>
            <a:r>
              <a:rPr lang="en-US" b="1" dirty="0"/>
              <a:t>Python, random generation, conditions, and loops</a:t>
            </a:r>
            <a:r>
              <a:rPr lang="en-US" dirty="0"/>
              <a:t>.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66DEF-EDC1-944B-03BA-C041090474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55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1406</TotalTime>
  <Words>830</Words>
  <Application>Microsoft Office PowerPoint</Application>
  <PresentationFormat>On-screen Show (4:3)</PresentationFormat>
  <Paragraphs>159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“Simple Password Generator”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  <vt:lpstr>Phase 2 : Code</vt:lpstr>
      <vt:lpstr>PowerPoint Presentation</vt:lpstr>
      <vt:lpstr>PowerPoint Presentation</vt:lpstr>
      <vt:lpstr>PowerPoint Presentation</vt:lpstr>
      <vt:lpstr>PowerPoint Presentation</vt:lpstr>
      <vt:lpstr>Phase 2 – Improvements Made</vt:lpstr>
      <vt:lpstr>Technologies Used</vt:lpstr>
      <vt:lpstr>   Flowchart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217</cp:revision>
  <dcterms:created xsi:type="dcterms:W3CDTF">2021-03-08T15:20:31Z</dcterms:created>
  <dcterms:modified xsi:type="dcterms:W3CDTF">2026-09-21T16:33:39Z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